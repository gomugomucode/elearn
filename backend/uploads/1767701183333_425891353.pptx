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1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3.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22.xml" ContentType="application/vnd.openxmlformats-officedocument.presentationml.slideLayout+xml"/>
  <Override PartName="/ppt/slideLayouts/slideLayout4.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1.xml" ContentType="application/vnd.openxmlformats-officedocument.presentationml.slideLayout+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17.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sldImg"/>
          </p:nvPr>
        </p:nvSpPr>
        <p:spPr>
          <a:xfrm>
            <a:off x="0" y="764280"/>
            <a:ext cx="0" cy="0"/>
          </a:xfrm>
          <a:prstGeom prst="rect">
            <a:avLst/>
          </a:prstGeom>
          <a:noFill/>
          <a:ln w="0">
            <a:noFill/>
          </a:ln>
        </p:spPr>
        <p:txBody>
          <a:bodyPr lIns="0" rIns="0" tIns="0" bIns="0" anchor="ctr">
            <a:noAutofit/>
          </a:bodyPr>
          <a:p>
            <a:r>
              <a:rPr b="0" lang="en-US" sz="1800" strike="noStrike" u="none">
                <a:solidFill>
                  <a:schemeClr val="dk1"/>
                </a:solidFill>
                <a:effectLst/>
                <a:uFillTx/>
                <a:latin typeface="Calibri"/>
              </a:rPr>
              <a:t>Click to move the slide</a:t>
            </a:r>
            <a:endParaRPr b="0" lang="en-US" sz="1800" strike="noStrike" u="none">
              <a:solidFill>
                <a:schemeClr val="dk1"/>
              </a:solidFill>
              <a:effectLst/>
              <a:uFillTx/>
              <a:latin typeface="Calibri"/>
            </a:endParaRPr>
          </a:p>
        </p:txBody>
      </p:sp>
      <p:sp>
        <p:nvSpPr>
          <p:cNvPr id="238"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DejaVu Sans"/>
              </a:rPr>
              <a:t>Click to edit the notes format</a:t>
            </a:r>
            <a:endParaRPr b="0" lang="en-US" sz="2000" strike="noStrike" u="none">
              <a:solidFill>
                <a:srgbClr val="000000"/>
              </a:solidFill>
              <a:effectLst/>
              <a:uFillTx/>
              <a:latin typeface="DejaVu Sans"/>
            </a:endParaRPr>
          </a:p>
        </p:txBody>
      </p:sp>
      <p:sp>
        <p:nvSpPr>
          <p:cNvPr id="239"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DejaVu Serif"/>
              </a:rPr>
              <a:t>&lt;header&gt;</a:t>
            </a:r>
            <a:endParaRPr b="0" lang="en-US" sz="1400" strike="noStrike" u="none">
              <a:solidFill>
                <a:srgbClr val="000000"/>
              </a:solidFill>
              <a:effectLst/>
              <a:uFillTx/>
              <a:latin typeface="DejaVu Serif"/>
            </a:endParaRPr>
          </a:p>
        </p:txBody>
      </p:sp>
      <p:sp>
        <p:nvSpPr>
          <p:cNvPr id="240" name="PlaceHolder 4"/>
          <p:cNvSpPr>
            <a:spLocks noGrp="1"/>
          </p:cNvSpPr>
          <p:nvPr>
            <p:ph type="dt" idx="34"/>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DejaVu Serif"/>
              </a:defRPr>
            </a:lvl1pPr>
          </a:lstStyle>
          <a:p>
            <a:pPr indent="0" algn="r">
              <a:buNone/>
            </a:pPr>
            <a:r>
              <a:rPr b="0" lang="en-US" sz="1400" strike="noStrike" u="none">
                <a:solidFill>
                  <a:srgbClr val="000000"/>
                </a:solidFill>
                <a:effectLst/>
                <a:uFillTx/>
                <a:latin typeface="DejaVu Serif"/>
              </a:rPr>
              <a:t>&lt;date/time&gt;</a:t>
            </a:r>
            <a:endParaRPr b="0" lang="en-US" sz="1400" strike="noStrike" u="none">
              <a:solidFill>
                <a:srgbClr val="000000"/>
              </a:solidFill>
              <a:effectLst/>
              <a:uFillTx/>
              <a:latin typeface="DejaVu Serif"/>
            </a:endParaRPr>
          </a:p>
        </p:txBody>
      </p:sp>
      <p:sp>
        <p:nvSpPr>
          <p:cNvPr id="241" name="PlaceHolder 5"/>
          <p:cNvSpPr>
            <a:spLocks noGrp="1"/>
          </p:cNvSpPr>
          <p:nvPr>
            <p:ph type="ftr" idx="35"/>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DejaVu Serif"/>
              </a:defRPr>
            </a:lvl1pPr>
          </a:lstStyle>
          <a:p>
            <a:pPr indent="0">
              <a:buNone/>
            </a:pPr>
            <a:r>
              <a:rPr b="0" lang="en-US" sz="1400" strike="noStrike" u="none">
                <a:solidFill>
                  <a:srgbClr val="000000"/>
                </a:solidFill>
                <a:effectLst/>
                <a:uFillTx/>
                <a:latin typeface="DejaVu Serif"/>
              </a:rPr>
              <a:t>&lt;footer&gt;</a:t>
            </a:r>
            <a:endParaRPr b="0" lang="en-US" sz="1400" strike="noStrike" u="none">
              <a:solidFill>
                <a:srgbClr val="000000"/>
              </a:solidFill>
              <a:effectLst/>
              <a:uFillTx/>
              <a:latin typeface="DejaVu Serif"/>
            </a:endParaRPr>
          </a:p>
        </p:txBody>
      </p:sp>
      <p:sp>
        <p:nvSpPr>
          <p:cNvPr id="242" name="PlaceHolder 6"/>
          <p:cNvSpPr>
            <a:spLocks noGrp="1"/>
          </p:cNvSpPr>
          <p:nvPr>
            <p:ph type="sldNum" idx="36"/>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DejaVu Serif"/>
              </a:defRPr>
            </a:lvl1pPr>
          </a:lstStyle>
          <a:p>
            <a:pPr indent="0" algn="r">
              <a:buNone/>
            </a:pPr>
            <a:fld id="{6E5ED38B-B485-4503-B7A2-2D76957B7625}" type="slidenum">
              <a:rPr b="0" lang="en-US" sz="1400" strike="noStrike" u="none">
                <a:solidFill>
                  <a:srgbClr val="000000"/>
                </a:solidFill>
                <a:effectLst/>
                <a:uFillTx/>
                <a:latin typeface="DejaVu Serif"/>
              </a:rPr>
              <a:t>&lt;number&gt;</a:t>
            </a:fld>
            <a:endParaRPr b="0" lang="en-US" sz="1400" strike="noStrike" u="none">
              <a:solidFill>
                <a:srgbClr val="000000"/>
              </a:solidFill>
              <a:effectLst/>
              <a:uFillTx/>
              <a:latin typeface="DejaVu Serif"/>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sldNum" idx="54"/>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defRPr b="0" lang="en-US" sz="1400" strike="noStrike" u="none">
                <a:solidFill>
                  <a:srgbClr val="000000"/>
                </a:solidFill>
                <a:effectLst/>
                <a:uFillTx/>
                <a:latin typeface="Arial"/>
                <a:ea typeface="Noto Sans CJK JP:palt"/>
              </a:defRPr>
            </a:lvl1pPr>
          </a:lstStyle>
          <a:p>
            <a:pPr indent="0" algn="r">
              <a:lnSpc>
                <a:spcPct val="100000"/>
              </a:lnSpc>
              <a:buNone/>
            </a:pPr>
            <a:fld id="{D6467BF6-416E-49E4-ADF2-E70288FBA3A1}" type="slidenum">
              <a:rPr b="0" lang="en-US" sz="1400" strike="noStrike" u="none">
                <a:solidFill>
                  <a:srgbClr val="000000"/>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291" name="PlaceHolder 2"/>
          <p:cNvSpPr>
            <a:spLocks noGrp="1"/>
          </p:cNvSpPr>
          <p:nvPr>
            <p:ph type="sldImg"/>
          </p:nvPr>
        </p:nvSpPr>
        <p:spPr>
          <a:xfrm>
            <a:off x="720720" y="900000"/>
            <a:ext cx="6119280" cy="3441240"/>
          </a:xfrm>
          <a:prstGeom prst="rect">
            <a:avLst/>
          </a:prstGeom>
          <a:ln w="0">
            <a:noFill/>
          </a:ln>
        </p:spPr>
      </p:sp>
      <p:sp>
        <p:nvSpPr>
          <p:cNvPr id="292" name="PlaceHolder 3"/>
          <p:cNvSpPr>
            <a:spLocks noGrp="1"/>
          </p:cNvSpPr>
          <p:nvPr>
            <p:ph type="body"/>
          </p:nvPr>
        </p:nvSpPr>
        <p:spPr>
          <a:xfrm>
            <a:off x="720000" y="4680000"/>
            <a:ext cx="6119640" cy="503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DejaVu Sans"/>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sldNum" idx="5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defRPr b="0" lang="en-US" sz="1400" strike="noStrike" u="none">
                <a:solidFill>
                  <a:srgbClr val="000000"/>
                </a:solidFill>
                <a:effectLst/>
                <a:uFillTx/>
                <a:latin typeface="Arial"/>
                <a:ea typeface="Noto Sans CJK JP:palt"/>
              </a:defRPr>
            </a:lvl1pPr>
          </a:lstStyle>
          <a:p>
            <a:pPr indent="0" algn="r">
              <a:lnSpc>
                <a:spcPct val="100000"/>
              </a:lnSpc>
              <a:buNone/>
            </a:pPr>
            <a:fld id="{209F11FE-8A30-49C8-BCDF-85BBF2A97F2F}" type="slidenum">
              <a:rPr b="0" lang="en-US" sz="1400" strike="noStrike" u="none">
                <a:solidFill>
                  <a:srgbClr val="000000"/>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294" name="PlaceHolder 2"/>
          <p:cNvSpPr>
            <a:spLocks noGrp="1"/>
          </p:cNvSpPr>
          <p:nvPr>
            <p:ph type="sldImg"/>
          </p:nvPr>
        </p:nvSpPr>
        <p:spPr>
          <a:xfrm>
            <a:off x="720720" y="900000"/>
            <a:ext cx="6119280" cy="3441240"/>
          </a:xfrm>
          <a:prstGeom prst="rect">
            <a:avLst/>
          </a:prstGeom>
          <a:ln w="0">
            <a:noFill/>
          </a:ln>
        </p:spPr>
      </p:sp>
      <p:sp>
        <p:nvSpPr>
          <p:cNvPr id="295" name="PlaceHolder 3"/>
          <p:cNvSpPr>
            <a:spLocks noGrp="1"/>
          </p:cNvSpPr>
          <p:nvPr>
            <p:ph type="body"/>
          </p:nvPr>
        </p:nvSpPr>
        <p:spPr>
          <a:xfrm>
            <a:off x="720000" y="4680000"/>
            <a:ext cx="6119640" cy="503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DejaVu Sans"/>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sldNum" idx="5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defRPr b="0" lang="en-US" sz="1400" strike="noStrike" u="none">
                <a:solidFill>
                  <a:srgbClr val="000000"/>
                </a:solidFill>
                <a:effectLst/>
                <a:uFillTx/>
                <a:latin typeface="Arial"/>
                <a:ea typeface="Noto Sans CJK JP:palt"/>
              </a:defRPr>
            </a:lvl1pPr>
          </a:lstStyle>
          <a:p>
            <a:pPr indent="0" algn="r">
              <a:lnSpc>
                <a:spcPct val="100000"/>
              </a:lnSpc>
              <a:buNone/>
            </a:pPr>
            <a:fld id="{4704C020-3491-47DE-918E-0FAF53AF2885}" type="slidenum">
              <a:rPr b="0" lang="en-US" sz="1400" strike="noStrike" u="none">
                <a:solidFill>
                  <a:srgbClr val="000000"/>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297" name="PlaceHolder 2"/>
          <p:cNvSpPr>
            <a:spLocks noGrp="1"/>
          </p:cNvSpPr>
          <p:nvPr>
            <p:ph type="sldImg"/>
          </p:nvPr>
        </p:nvSpPr>
        <p:spPr>
          <a:xfrm>
            <a:off x="720720" y="900000"/>
            <a:ext cx="6119280" cy="3441240"/>
          </a:xfrm>
          <a:prstGeom prst="rect">
            <a:avLst/>
          </a:prstGeom>
          <a:ln w="0">
            <a:noFill/>
          </a:ln>
        </p:spPr>
      </p:sp>
      <p:sp>
        <p:nvSpPr>
          <p:cNvPr id="298" name="PlaceHolder 3"/>
          <p:cNvSpPr>
            <a:spLocks noGrp="1"/>
          </p:cNvSpPr>
          <p:nvPr>
            <p:ph type="body"/>
          </p:nvPr>
        </p:nvSpPr>
        <p:spPr>
          <a:xfrm>
            <a:off x="720000" y="4680000"/>
            <a:ext cx="6119640" cy="503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DejaVu Sans"/>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sldNum" idx="57"/>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defRPr b="0" lang="en-US" sz="1400" strike="noStrike" u="none">
                <a:solidFill>
                  <a:srgbClr val="000000"/>
                </a:solidFill>
                <a:effectLst/>
                <a:uFillTx/>
                <a:latin typeface="Arial"/>
                <a:ea typeface="Noto Sans CJK JP:palt"/>
              </a:defRPr>
            </a:lvl1pPr>
          </a:lstStyle>
          <a:p>
            <a:pPr indent="0" algn="r">
              <a:lnSpc>
                <a:spcPct val="100000"/>
              </a:lnSpc>
              <a:buNone/>
            </a:pPr>
            <a:fld id="{BB8E37E8-816D-462C-8F68-FC39252F948F}" type="slidenum">
              <a:rPr b="0" lang="en-US" sz="1400" strike="noStrike" u="none">
                <a:solidFill>
                  <a:srgbClr val="000000"/>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300" name="PlaceHolder 2"/>
          <p:cNvSpPr>
            <a:spLocks noGrp="1"/>
          </p:cNvSpPr>
          <p:nvPr>
            <p:ph type="sldImg"/>
          </p:nvPr>
        </p:nvSpPr>
        <p:spPr>
          <a:xfrm>
            <a:off x="720720" y="900000"/>
            <a:ext cx="6119280" cy="3441240"/>
          </a:xfrm>
          <a:prstGeom prst="rect">
            <a:avLst/>
          </a:prstGeom>
          <a:ln w="0">
            <a:noFill/>
          </a:ln>
        </p:spPr>
      </p:sp>
      <p:sp>
        <p:nvSpPr>
          <p:cNvPr id="301" name="PlaceHolder 3"/>
          <p:cNvSpPr>
            <a:spLocks noGrp="1"/>
          </p:cNvSpPr>
          <p:nvPr>
            <p:ph type="body"/>
          </p:nvPr>
        </p:nvSpPr>
        <p:spPr>
          <a:xfrm>
            <a:off x="720000" y="4680000"/>
            <a:ext cx="6119640" cy="503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DejaVu Sans"/>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type="sldNum" idx="5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defRPr b="0" lang="en-US" sz="1400" strike="noStrike" u="none">
                <a:solidFill>
                  <a:srgbClr val="000000"/>
                </a:solidFill>
                <a:effectLst/>
                <a:uFillTx/>
                <a:latin typeface="Arial"/>
                <a:ea typeface="Noto Sans CJK JP:palt"/>
              </a:defRPr>
            </a:lvl1pPr>
          </a:lstStyle>
          <a:p>
            <a:pPr indent="0" algn="r">
              <a:lnSpc>
                <a:spcPct val="100000"/>
              </a:lnSpc>
              <a:buNone/>
            </a:pPr>
            <a:fld id="{0C5E614B-B9B4-4EC4-A698-2B694D1AC3CC}" type="slidenum">
              <a:rPr b="0" lang="en-US" sz="1400" strike="noStrike" u="none">
                <a:solidFill>
                  <a:srgbClr val="000000"/>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303" name="PlaceHolder 2"/>
          <p:cNvSpPr>
            <a:spLocks noGrp="1"/>
          </p:cNvSpPr>
          <p:nvPr>
            <p:ph type="sldImg"/>
          </p:nvPr>
        </p:nvSpPr>
        <p:spPr>
          <a:xfrm>
            <a:off x="720720" y="900000"/>
            <a:ext cx="6119280" cy="3441240"/>
          </a:xfrm>
          <a:prstGeom prst="rect">
            <a:avLst/>
          </a:prstGeom>
          <a:ln w="0">
            <a:noFill/>
          </a:ln>
        </p:spPr>
      </p:sp>
      <p:sp>
        <p:nvSpPr>
          <p:cNvPr id="304" name="PlaceHolder 3"/>
          <p:cNvSpPr>
            <a:spLocks noGrp="1"/>
          </p:cNvSpPr>
          <p:nvPr>
            <p:ph type="body"/>
          </p:nvPr>
        </p:nvSpPr>
        <p:spPr>
          <a:xfrm>
            <a:off x="720000" y="4680000"/>
            <a:ext cx="6119640" cy="503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DejaVu Sans"/>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type="sldNum" idx="59"/>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defRPr b="0" lang="en-US" sz="1400" strike="noStrike" u="none">
                <a:solidFill>
                  <a:srgbClr val="000000"/>
                </a:solidFill>
                <a:effectLst/>
                <a:uFillTx/>
                <a:latin typeface="Arial"/>
                <a:ea typeface="Noto Sans CJK JP:palt"/>
              </a:defRPr>
            </a:lvl1pPr>
          </a:lstStyle>
          <a:p>
            <a:pPr indent="0" algn="r">
              <a:lnSpc>
                <a:spcPct val="100000"/>
              </a:lnSpc>
              <a:buNone/>
            </a:pPr>
            <a:fld id="{A1FE88E7-71F3-41FF-846D-3DC61DDD4F51}" type="slidenum">
              <a:rPr b="0" lang="en-US" sz="1400" strike="noStrike" u="none">
                <a:solidFill>
                  <a:srgbClr val="000000"/>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306" name="PlaceHolder 2"/>
          <p:cNvSpPr>
            <a:spLocks noGrp="1"/>
          </p:cNvSpPr>
          <p:nvPr>
            <p:ph type="sldImg"/>
          </p:nvPr>
        </p:nvSpPr>
        <p:spPr>
          <a:xfrm>
            <a:off x="720720" y="900000"/>
            <a:ext cx="6119280" cy="3441240"/>
          </a:xfrm>
          <a:prstGeom prst="rect">
            <a:avLst/>
          </a:prstGeom>
          <a:ln w="0">
            <a:noFill/>
          </a:ln>
        </p:spPr>
      </p:sp>
      <p:sp>
        <p:nvSpPr>
          <p:cNvPr id="307" name="PlaceHolder 3"/>
          <p:cNvSpPr>
            <a:spLocks noGrp="1"/>
          </p:cNvSpPr>
          <p:nvPr>
            <p:ph type="body"/>
          </p:nvPr>
        </p:nvSpPr>
        <p:spPr>
          <a:xfrm>
            <a:off x="720000" y="4680000"/>
            <a:ext cx="6119640" cy="503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DejaVu Sans"/>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sldNum" idx="60"/>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defRPr b="0" lang="en-US" sz="1400" strike="noStrike" u="none">
                <a:solidFill>
                  <a:srgbClr val="000000"/>
                </a:solidFill>
                <a:effectLst/>
                <a:uFillTx/>
                <a:latin typeface="Arial"/>
                <a:ea typeface="Noto Sans CJK JP:palt"/>
              </a:defRPr>
            </a:lvl1pPr>
          </a:lstStyle>
          <a:p>
            <a:pPr indent="0" algn="r">
              <a:lnSpc>
                <a:spcPct val="100000"/>
              </a:lnSpc>
              <a:buNone/>
            </a:pPr>
            <a:fld id="{509C0ADB-4657-40D6-B45A-7C70786287A3}" type="slidenum">
              <a:rPr b="0" lang="en-US" sz="1400" strike="noStrike" u="none">
                <a:solidFill>
                  <a:srgbClr val="000000"/>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309" name="PlaceHolder 2"/>
          <p:cNvSpPr>
            <a:spLocks noGrp="1"/>
          </p:cNvSpPr>
          <p:nvPr>
            <p:ph type="sldImg"/>
          </p:nvPr>
        </p:nvSpPr>
        <p:spPr>
          <a:xfrm>
            <a:off x="720720" y="900000"/>
            <a:ext cx="6119280" cy="3441240"/>
          </a:xfrm>
          <a:prstGeom prst="rect">
            <a:avLst/>
          </a:prstGeom>
          <a:ln w="0">
            <a:noFill/>
          </a:ln>
        </p:spPr>
      </p:sp>
      <p:sp>
        <p:nvSpPr>
          <p:cNvPr id="310" name="PlaceHolder 3"/>
          <p:cNvSpPr>
            <a:spLocks noGrp="1"/>
          </p:cNvSpPr>
          <p:nvPr>
            <p:ph type="body"/>
          </p:nvPr>
        </p:nvSpPr>
        <p:spPr>
          <a:xfrm>
            <a:off x="720000" y="4680000"/>
            <a:ext cx="6119640" cy="503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DejaVu Sans"/>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type="sldNum" idx="6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defRPr b="0" lang="en-US" sz="1400" strike="noStrike" u="none">
                <a:solidFill>
                  <a:srgbClr val="000000"/>
                </a:solidFill>
                <a:effectLst/>
                <a:uFillTx/>
                <a:latin typeface="Arial"/>
                <a:ea typeface="Noto Sans CJK JP:palt"/>
              </a:defRPr>
            </a:lvl1pPr>
          </a:lstStyle>
          <a:p>
            <a:pPr indent="0" algn="r">
              <a:lnSpc>
                <a:spcPct val="100000"/>
              </a:lnSpc>
              <a:buNone/>
            </a:pPr>
            <a:fld id="{DEBA9AE5-9487-4050-B2F9-EBE3E41002EC}" type="slidenum">
              <a:rPr b="0" lang="en-US" sz="1400" strike="noStrike" u="none">
                <a:solidFill>
                  <a:srgbClr val="000000"/>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312" name="PlaceHolder 2"/>
          <p:cNvSpPr>
            <a:spLocks noGrp="1"/>
          </p:cNvSpPr>
          <p:nvPr>
            <p:ph type="sldImg"/>
          </p:nvPr>
        </p:nvSpPr>
        <p:spPr>
          <a:xfrm>
            <a:off x="720720" y="900000"/>
            <a:ext cx="6119280" cy="3441240"/>
          </a:xfrm>
          <a:prstGeom prst="rect">
            <a:avLst/>
          </a:prstGeom>
          <a:ln w="0">
            <a:noFill/>
          </a:ln>
        </p:spPr>
      </p:sp>
      <p:sp>
        <p:nvSpPr>
          <p:cNvPr id="313" name="PlaceHolder 3"/>
          <p:cNvSpPr>
            <a:spLocks noGrp="1"/>
          </p:cNvSpPr>
          <p:nvPr>
            <p:ph type="body"/>
          </p:nvPr>
        </p:nvSpPr>
        <p:spPr>
          <a:xfrm>
            <a:off x="720000" y="4680000"/>
            <a:ext cx="6119640" cy="503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DejaVu Sans"/>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type="sldNum" idx="62"/>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defRPr b="0" lang="en-US" sz="1400" strike="noStrike" u="none">
                <a:solidFill>
                  <a:srgbClr val="000000"/>
                </a:solidFill>
                <a:effectLst/>
                <a:uFillTx/>
                <a:latin typeface="Arial"/>
                <a:ea typeface="Noto Sans CJK JP:palt"/>
              </a:defRPr>
            </a:lvl1pPr>
          </a:lstStyle>
          <a:p>
            <a:pPr indent="0" algn="r">
              <a:lnSpc>
                <a:spcPct val="100000"/>
              </a:lnSpc>
              <a:buNone/>
            </a:pPr>
            <a:fld id="{5D3ADCB8-93BC-4CC3-9E96-3C25693A2CE7}" type="slidenum">
              <a:rPr b="0" lang="en-US" sz="1400" strike="noStrike" u="none">
                <a:solidFill>
                  <a:srgbClr val="000000"/>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315" name="PlaceHolder 2"/>
          <p:cNvSpPr>
            <a:spLocks noGrp="1"/>
          </p:cNvSpPr>
          <p:nvPr>
            <p:ph type="sldImg"/>
          </p:nvPr>
        </p:nvSpPr>
        <p:spPr>
          <a:xfrm>
            <a:off x="720720" y="900000"/>
            <a:ext cx="6119280" cy="3441240"/>
          </a:xfrm>
          <a:prstGeom prst="rect">
            <a:avLst/>
          </a:prstGeom>
          <a:ln w="0">
            <a:noFill/>
          </a:ln>
        </p:spPr>
      </p:sp>
      <p:sp>
        <p:nvSpPr>
          <p:cNvPr id="316" name="PlaceHolder 3"/>
          <p:cNvSpPr>
            <a:spLocks noGrp="1"/>
          </p:cNvSpPr>
          <p:nvPr>
            <p:ph type="body"/>
          </p:nvPr>
        </p:nvSpPr>
        <p:spPr>
          <a:xfrm>
            <a:off x="720000" y="4680000"/>
            <a:ext cx="6119640" cy="503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DejaVu Sans"/>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sldNum" idx="63"/>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defRPr b="0" lang="en-US" sz="1400" strike="noStrike" u="none">
                <a:solidFill>
                  <a:srgbClr val="000000"/>
                </a:solidFill>
                <a:effectLst/>
                <a:uFillTx/>
                <a:latin typeface="Arial"/>
                <a:ea typeface="Noto Sans CJK JP:palt"/>
              </a:defRPr>
            </a:lvl1pPr>
          </a:lstStyle>
          <a:p>
            <a:pPr indent="0" algn="r">
              <a:lnSpc>
                <a:spcPct val="100000"/>
              </a:lnSpc>
              <a:buNone/>
            </a:pPr>
            <a:fld id="{A4294B81-6EAA-4A69-9556-ADA3676574AA}" type="slidenum">
              <a:rPr b="0" lang="en-US" sz="1400" strike="noStrike" u="none">
                <a:solidFill>
                  <a:srgbClr val="000000"/>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318" name="PlaceHolder 2"/>
          <p:cNvSpPr>
            <a:spLocks noGrp="1"/>
          </p:cNvSpPr>
          <p:nvPr>
            <p:ph type="sldImg"/>
          </p:nvPr>
        </p:nvSpPr>
        <p:spPr>
          <a:xfrm>
            <a:off x="720720" y="900000"/>
            <a:ext cx="6119280" cy="3441240"/>
          </a:xfrm>
          <a:prstGeom prst="rect">
            <a:avLst/>
          </a:prstGeom>
          <a:ln w="0">
            <a:noFill/>
          </a:ln>
        </p:spPr>
      </p:sp>
      <p:sp>
        <p:nvSpPr>
          <p:cNvPr id="319" name="PlaceHolder 3"/>
          <p:cNvSpPr>
            <a:spLocks noGrp="1"/>
          </p:cNvSpPr>
          <p:nvPr>
            <p:ph type="body"/>
          </p:nvPr>
        </p:nvSpPr>
        <p:spPr>
          <a:xfrm>
            <a:off x="720000" y="4680000"/>
            <a:ext cx="6119640" cy="503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DejaVu Sans"/>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sldNum" idx="64"/>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defRPr b="0" lang="en-US" sz="1400" strike="noStrike" u="none">
                <a:solidFill>
                  <a:srgbClr val="000000"/>
                </a:solidFill>
                <a:effectLst/>
                <a:uFillTx/>
                <a:latin typeface="Arial"/>
                <a:ea typeface="Noto Sans CJK JP:palt"/>
              </a:defRPr>
            </a:lvl1pPr>
          </a:lstStyle>
          <a:p>
            <a:pPr indent="0" algn="r">
              <a:lnSpc>
                <a:spcPct val="100000"/>
              </a:lnSpc>
              <a:buNone/>
            </a:pPr>
            <a:fld id="{7FA8F49C-3BDA-42E5-A6A5-043C61569DB2}" type="slidenum">
              <a:rPr b="0" lang="en-US" sz="1400" strike="noStrike" u="none">
                <a:solidFill>
                  <a:srgbClr val="000000"/>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321" name="PlaceHolder 2"/>
          <p:cNvSpPr>
            <a:spLocks noGrp="1"/>
          </p:cNvSpPr>
          <p:nvPr>
            <p:ph type="sldImg"/>
          </p:nvPr>
        </p:nvSpPr>
        <p:spPr>
          <a:xfrm>
            <a:off x="720720" y="900000"/>
            <a:ext cx="6119280" cy="3441240"/>
          </a:xfrm>
          <a:prstGeom prst="rect">
            <a:avLst/>
          </a:prstGeom>
          <a:ln w="0">
            <a:noFill/>
          </a:ln>
        </p:spPr>
      </p:sp>
      <p:sp>
        <p:nvSpPr>
          <p:cNvPr id="322" name="PlaceHolder 3"/>
          <p:cNvSpPr>
            <a:spLocks noGrp="1"/>
          </p:cNvSpPr>
          <p:nvPr>
            <p:ph type="body"/>
          </p:nvPr>
        </p:nvSpPr>
        <p:spPr>
          <a:xfrm>
            <a:off x="720000" y="4680000"/>
            <a:ext cx="6119640" cy="503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DejaVu Sans"/>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sldNum" idx="6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defRPr b="0" lang="en-US" sz="1400" strike="noStrike" u="none">
                <a:solidFill>
                  <a:srgbClr val="000000"/>
                </a:solidFill>
                <a:effectLst/>
                <a:uFillTx/>
                <a:latin typeface="Arial"/>
                <a:ea typeface="Noto Sans CJK JP:palt"/>
              </a:defRPr>
            </a:lvl1pPr>
          </a:lstStyle>
          <a:p>
            <a:pPr indent="0" algn="r">
              <a:lnSpc>
                <a:spcPct val="100000"/>
              </a:lnSpc>
              <a:buNone/>
            </a:pPr>
            <a:fld id="{0D867EEB-66C1-4FAD-9D77-767616CE8DD5}" type="slidenum">
              <a:rPr b="0" lang="en-US" sz="1400" strike="noStrike" u="none">
                <a:solidFill>
                  <a:srgbClr val="000000"/>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324" name="PlaceHolder 2"/>
          <p:cNvSpPr>
            <a:spLocks noGrp="1"/>
          </p:cNvSpPr>
          <p:nvPr>
            <p:ph type="sldImg"/>
          </p:nvPr>
        </p:nvSpPr>
        <p:spPr>
          <a:xfrm>
            <a:off x="720720" y="900000"/>
            <a:ext cx="6119280" cy="3441240"/>
          </a:xfrm>
          <a:prstGeom prst="rect">
            <a:avLst/>
          </a:prstGeom>
          <a:ln w="0">
            <a:noFill/>
          </a:ln>
        </p:spPr>
      </p:sp>
      <p:sp>
        <p:nvSpPr>
          <p:cNvPr id="325" name="PlaceHolder 3"/>
          <p:cNvSpPr>
            <a:spLocks noGrp="1"/>
          </p:cNvSpPr>
          <p:nvPr>
            <p:ph type="body"/>
          </p:nvPr>
        </p:nvSpPr>
        <p:spPr>
          <a:xfrm>
            <a:off x="720000" y="4680000"/>
            <a:ext cx="6119640" cy="503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DejaVu Sans"/>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sldNum" idx="6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defRPr b="0" lang="en-US" sz="1400" strike="noStrike" u="none">
                <a:solidFill>
                  <a:srgbClr val="000000"/>
                </a:solidFill>
                <a:effectLst/>
                <a:uFillTx/>
                <a:latin typeface="Arial"/>
                <a:ea typeface="Noto Sans CJK JP:palt"/>
              </a:defRPr>
            </a:lvl1pPr>
          </a:lstStyle>
          <a:p>
            <a:pPr indent="0" algn="r">
              <a:lnSpc>
                <a:spcPct val="100000"/>
              </a:lnSpc>
              <a:buNone/>
            </a:pPr>
            <a:fld id="{323C00D8-B500-49A9-9B4C-F4F145092EC9}" type="slidenum">
              <a:rPr b="0" lang="en-US" sz="1400" strike="noStrike" u="none">
                <a:solidFill>
                  <a:srgbClr val="000000"/>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327" name="PlaceHolder 2"/>
          <p:cNvSpPr>
            <a:spLocks noGrp="1"/>
          </p:cNvSpPr>
          <p:nvPr>
            <p:ph type="sldImg"/>
          </p:nvPr>
        </p:nvSpPr>
        <p:spPr>
          <a:xfrm>
            <a:off x="720720" y="900000"/>
            <a:ext cx="6119280" cy="3441240"/>
          </a:xfrm>
          <a:prstGeom prst="rect">
            <a:avLst/>
          </a:prstGeom>
          <a:ln w="0">
            <a:noFill/>
          </a:ln>
        </p:spPr>
      </p:sp>
      <p:sp>
        <p:nvSpPr>
          <p:cNvPr id="328" name="PlaceHolder 3"/>
          <p:cNvSpPr>
            <a:spLocks noGrp="1"/>
          </p:cNvSpPr>
          <p:nvPr>
            <p:ph type="body"/>
          </p:nvPr>
        </p:nvSpPr>
        <p:spPr>
          <a:xfrm>
            <a:off x="720000" y="4680000"/>
            <a:ext cx="6119640" cy="503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DejaVu Sans"/>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sldNum" idx="67"/>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defRPr b="0" lang="en-US" sz="1400" strike="noStrike" u="none">
                <a:solidFill>
                  <a:srgbClr val="000000"/>
                </a:solidFill>
                <a:effectLst/>
                <a:uFillTx/>
                <a:latin typeface="Arial"/>
                <a:ea typeface="Noto Sans CJK JP:palt"/>
              </a:defRPr>
            </a:lvl1pPr>
          </a:lstStyle>
          <a:p>
            <a:pPr indent="0" algn="r">
              <a:lnSpc>
                <a:spcPct val="100000"/>
              </a:lnSpc>
              <a:buNone/>
            </a:pPr>
            <a:fld id="{6C418267-B80C-4FF4-8470-9874E6563B89}" type="slidenum">
              <a:rPr b="0" lang="en-US" sz="1400" strike="noStrike" u="none">
                <a:solidFill>
                  <a:srgbClr val="000000"/>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330" name="PlaceHolder 2"/>
          <p:cNvSpPr>
            <a:spLocks noGrp="1"/>
          </p:cNvSpPr>
          <p:nvPr>
            <p:ph type="sldImg"/>
          </p:nvPr>
        </p:nvSpPr>
        <p:spPr>
          <a:xfrm>
            <a:off x="720720" y="900000"/>
            <a:ext cx="6119280" cy="3441240"/>
          </a:xfrm>
          <a:prstGeom prst="rect">
            <a:avLst/>
          </a:prstGeom>
          <a:ln w="0">
            <a:noFill/>
          </a:ln>
        </p:spPr>
      </p:sp>
      <p:sp>
        <p:nvSpPr>
          <p:cNvPr id="331" name="PlaceHolder 3"/>
          <p:cNvSpPr>
            <a:spLocks noGrp="1"/>
          </p:cNvSpPr>
          <p:nvPr>
            <p:ph type="body"/>
          </p:nvPr>
        </p:nvSpPr>
        <p:spPr>
          <a:xfrm>
            <a:off x="720000" y="4680000"/>
            <a:ext cx="6119640" cy="503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DejaVu Sans"/>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sldNum" idx="6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defRPr b="0" lang="en-US" sz="1400" strike="noStrike" u="none">
                <a:solidFill>
                  <a:srgbClr val="000000"/>
                </a:solidFill>
                <a:effectLst/>
                <a:uFillTx/>
                <a:latin typeface="Arial"/>
                <a:ea typeface="Noto Sans CJK JP:palt"/>
              </a:defRPr>
            </a:lvl1pPr>
          </a:lstStyle>
          <a:p>
            <a:pPr indent="0" algn="r">
              <a:lnSpc>
                <a:spcPct val="100000"/>
              </a:lnSpc>
              <a:buNone/>
            </a:pPr>
            <a:fld id="{2E0C1080-CB35-46FF-B4C6-1C1497695EA7}" type="slidenum">
              <a:rPr b="0" lang="en-US" sz="1400" strike="noStrike" u="none">
                <a:solidFill>
                  <a:srgbClr val="000000"/>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333" name="PlaceHolder 2"/>
          <p:cNvSpPr>
            <a:spLocks noGrp="1"/>
          </p:cNvSpPr>
          <p:nvPr>
            <p:ph type="sldImg"/>
          </p:nvPr>
        </p:nvSpPr>
        <p:spPr>
          <a:xfrm>
            <a:off x="720720" y="900000"/>
            <a:ext cx="6119280" cy="3441240"/>
          </a:xfrm>
          <a:prstGeom prst="rect">
            <a:avLst/>
          </a:prstGeom>
          <a:ln w="0">
            <a:noFill/>
          </a:ln>
        </p:spPr>
      </p:sp>
      <p:sp>
        <p:nvSpPr>
          <p:cNvPr id="334" name="PlaceHolder 3"/>
          <p:cNvSpPr>
            <a:spLocks noGrp="1"/>
          </p:cNvSpPr>
          <p:nvPr>
            <p:ph type="body"/>
          </p:nvPr>
        </p:nvSpPr>
        <p:spPr>
          <a:xfrm>
            <a:off x="720000" y="4680000"/>
            <a:ext cx="6119640" cy="503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DejaVu Sans"/>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type="sldNum" idx="69"/>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defRPr b="0" lang="en-US" sz="1400" strike="noStrike" u="none">
                <a:solidFill>
                  <a:srgbClr val="000000"/>
                </a:solidFill>
                <a:effectLst/>
                <a:uFillTx/>
                <a:latin typeface="Arial"/>
                <a:ea typeface="Noto Sans CJK JP:palt"/>
              </a:defRPr>
            </a:lvl1pPr>
          </a:lstStyle>
          <a:p>
            <a:pPr indent="0" algn="r">
              <a:lnSpc>
                <a:spcPct val="100000"/>
              </a:lnSpc>
              <a:buNone/>
            </a:pPr>
            <a:fld id="{0CA6EDF3-FF46-40A4-A417-653637F6008B}" type="slidenum">
              <a:rPr b="0" lang="en-US" sz="1400" strike="noStrike" u="none">
                <a:solidFill>
                  <a:srgbClr val="000000"/>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336" name="PlaceHolder 2"/>
          <p:cNvSpPr>
            <a:spLocks noGrp="1"/>
          </p:cNvSpPr>
          <p:nvPr>
            <p:ph type="sldImg"/>
          </p:nvPr>
        </p:nvSpPr>
        <p:spPr>
          <a:xfrm>
            <a:off x="720720" y="900000"/>
            <a:ext cx="6119280" cy="3441240"/>
          </a:xfrm>
          <a:prstGeom prst="rect">
            <a:avLst/>
          </a:prstGeom>
          <a:ln w="0">
            <a:noFill/>
          </a:ln>
        </p:spPr>
      </p:sp>
      <p:sp>
        <p:nvSpPr>
          <p:cNvPr id="337" name="PlaceHolder 3"/>
          <p:cNvSpPr>
            <a:spLocks noGrp="1"/>
          </p:cNvSpPr>
          <p:nvPr>
            <p:ph type="body"/>
          </p:nvPr>
        </p:nvSpPr>
        <p:spPr>
          <a:xfrm>
            <a:off x="720000" y="4680000"/>
            <a:ext cx="6119640" cy="503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DejaVu Sans"/>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sldNum" idx="70"/>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defRPr b="0" lang="en-US" sz="1400" strike="noStrike" u="none">
                <a:solidFill>
                  <a:srgbClr val="000000"/>
                </a:solidFill>
                <a:effectLst/>
                <a:uFillTx/>
                <a:latin typeface="Arial"/>
                <a:ea typeface="Noto Sans CJK JP:palt"/>
              </a:defRPr>
            </a:lvl1pPr>
          </a:lstStyle>
          <a:p>
            <a:pPr indent="0" algn="r">
              <a:lnSpc>
                <a:spcPct val="100000"/>
              </a:lnSpc>
              <a:buNone/>
            </a:pPr>
            <a:fld id="{F31DFE14-2BA5-4E55-8396-CCDC9C2803DA}" type="slidenum">
              <a:rPr b="0" lang="en-US" sz="1400" strike="noStrike" u="none">
                <a:solidFill>
                  <a:srgbClr val="000000"/>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339" name="PlaceHolder 2"/>
          <p:cNvSpPr>
            <a:spLocks noGrp="1"/>
          </p:cNvSpPr>
          <p:nvPr>
            <p:ph type="sldImg"/>
          </p:nvPr>
        </p:nvSpPr>
        <p:spPr>
          <a:xfrm>
            <a:off x="720720" y="900000"/>
            <a:ext cx="6119280" cy="3441240"/>
          </a:xfrm>
          <a:prstGeom prst="rect">
            <a:avLst/>
          </a:prstGeom>
          <a:ln w="0">
            <a:noFill/>
          </a:ln>
        </p:spPr>
      </p:sp>
      <p:sp>
        <p:nvSpPr>
          <p:cNvPr id="340" name="PlaceHolder 3"/>
          <p:cNvSpPr>
            <a:spLocks noGrp="1"/>
          </p:cNvSpPr>
          <p:nvPr>
            <p:ph type="body"/>
          </p:nvPr>
        </p:nvSpPr>
        <p:spPr>
          <a:xfrm>
            <a:off x="720000" y="4680000"/>
            <a:ext cx="6119640" cy="503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DejaVu Sans"/>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0" name="Freeform: Shape 1"/>
          <p:cNvSpPr/>
          <p:nvPr/>
        </p:nvSpPr>
        <p:spPr>
          <a:xfrm rot="2337600">
            <a:off x="-1813680" y="4211280"/>
            <a:ext cx="6184800" cy="4830840"/>
          </a:xfrm>
          <a:custGeom>
            <a:avLst/>
            <a:gdLst>
              <a:gd name="textAreaLeft" fmla="*/ 0 w 6184800"/>
              <a:gd name="textAreaRight" fmla="*/ 6185160 w 6184800"/>
              <a:gd name="textAreaTop" fmla="*/ 0 h 4830840"/>
              <a:gd name="textAreaBottom" fmla="*/ 4831200 h 48308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7182" h="13421">
                <a:moveTo>
                  <a:pt x="0" y="0"/>
                </a:moveTo>
                <a:cubicBezTo>
                  <a:pt x="327" y="325"/>
                  <a:pt x="930" y="1027"/>
                  <a:pt x="1543" y="1308"/>
                </a:cubicBezTo>
                <a:cubicBezTo>
                  <a:pt x="2289" y="1650"/>
                  <a:pt x="3136" y="2262"/>
                  <a:pt x="3530" y="2758"/>
                </a:cubicBezTo>
                <a:cubicBezTo>
                  <a:pt x="3868" y="3184"/>
                  <a:pt x="5027" y="4060"/>
                  <a:pt x="5696" y="4437"/>
                </a:cubicBezTo>
                <a:cubicBezTo>
                  <a:pt x="6693" y="5000"/>
                  <a:pt x="7383" y="5645"/>
                  <a:pt x="7836" y="6118"/>
                </a:cubicBezTo>
                <a:cubicBezTo>
                  <a:pt x="8343" y="6646"/>
                  <a:pt x="9909" y="8050"/>
                  <a:pt x="10157" y="8298"/>
                </a:cubicBezTo>
                <a:cubicBezTo>
                  <a:pt x="10768" y="8909"/>
                  <a:pt x="11536" y="9199"/>
                  <a:pt x="12138" y="9755"/>
                </a:cubicBezTo>
                <a:cubicBezTo>
                  <a:pt x="12520" y="10107"/>
                  <a:pt x="12923" y="10436"/>
                  <a:pt x="13333" y="10757"/>
                </a:cubicBezTo>
                <a:cubicBezTo>
                  <a:pt x="13837" y="11152"/>
                  <a:pt x="14417" y="11458"/>
                  <a:pt x="14860" y="11920"/>
                </a:cubicBezTo>
                <a:cubicBezTo>
                  <a:pt x="15203" y="12277"/>
                  <a:pt x="15595" y="12584"/>
                  <a:pt x="15990" y="12881"/>
                </a:cubicBezTo>
                <a:cubicBezTo>
                  <a:pt x="16339" y="13144"/>
                  <a:pt x="16785" y="13241"/>
                  <a:pt x="17182" y="13421"/>
                </a:cubicBezTo>
              </a:path>
            </a:pathLst>
          </a:custGeom>
          <a:noFill/>
          <a:ln cap="rnd" w="79200">
            <a:solidFill>
              <a:srgbClr val="956134"/>
            </a:solidFill>
            <a:round/>
          </a:ln>
        </p:spPr>
        <p:style>
          <a:lnRef idx="0"/>
          <a:fillRef idx="0"/>
          <a:effectRef idx="0"/>
          <a:fontRef idx="minor"/>
        </p:style>
        <p:txBody>
          <a:bodyPr wrap="none" lIns="24840" rIns="24840" tIns="24840" bIns="2484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1" name="Group 2"/>
          <p:cNvGrpSpPr/>
          <p:nvPr/>
        </p:nvGrpSpPr>
        <p:grpSpPr>
          <a:xfrm>
            <a:off x="8123040" y="1415520"/>
            <a:ext cx="1384920" cy="1384200"/>
            <a:chOff x="8123040" y="1415520"/>
            <a:chExt cx="1384920" cy="1384200"/>
          </a:xfrm>
        </p:grpSpPr>
        <p:sp>
          <p:nvSpPr>
            <p:cNvPr id="2" name="Freeform: Shape 3"/>
            <p:cNvSpPr/>
            <p:nvPr/>
          </p:nvSpPr>
          <p:spPr>
            <a:xfrm rot="2700000">
              <a:off x="8600040" y="1690560"/>
              <a:ext cx="473760" cy="789840"/>
            </a:xfrm>
            <a:custGeom>
              <a:avLst/>
              <a:gdLst>
                <a:gd name="textAreaLeft" fmla="*/ 0 w 473760"/>
                <a:gd name="textAreaRight" fmla="*/ 474120 w 473760"/>
                <a:gd name="textAreaTop" fmla="*/ 0 h 789840"/>
                <a:gd name="textAreaBottom" fmla="*/ 790200 h 7898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8" h="2196">
                  <a:moveTo>
                    <a:pt x="0" y="0"/>
                  </a:moveTo>
                  <a:lnTo>
                    <a:pt x="0" y="2196"/>
                  </a:lnTo>
                  <a:lnTo>
                    <a:pt x="1318" y="2196"/>
                  </a:lnTo>
                  <a:lnTo>
                    <a:pt x="1318" y="0"/>
                  </a:lnTo>
                  <a:lnTo>
                    <a:pt x="1098" y="0"/>
                  </a:lnTo>
                  <a:lnTo>
                    <a:pt x="1098" y="1976"/>
                  </a:lnTo>
                  <a:lnTo>
                    <a:pt x="878" y="1976"/>
                  </a:lnTo>
                  <a:lnTo>
                    <a:pt x="878" y="0"/>
                  </a:lnTo>
                  <a:lnTo>
                    <a:pt x="439" y="0"/>
                  </a:lnTo>
                  <a:lnTo>
                    <a:pt x="439" y="1976"/>
                  </a:lnTo>
                  <a:lnTo>
                    <a:pt x="220" y="1976"/>
                  </a:lnTo>
                  <a:lnTo>
                    <a:pt x="220" y="0"/>
                  </a:lnTo>
                  <a:close/>
                </a:path>
              </a:pathLst>
            </a:custGeom>
            <a:solidFill>
              <a:srgbClr val="f3980f"/>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3" name="Freeform: Shape 4"/>
            <p:cNvSpPr/>
            <p:nvPr/>
          </p:nvSpPr>
          <p:spPr>
            <a:xfrm rot="2701800">
              <a:off x="9019440" y="1548360"/>
              <a:ext cx="474120" cy="236520"/>
            </a:xfrm>
            <a:custGeom>
              <a:avLst/>
              <a:gdLst>
                <a:gd name="textAreaLeft" fmla="*/ 0 w 474120"/>
                <a:gd name="textAreaRight" fmla="*/ 474480 w 474120"/>
                <a:gd name="textAreaTop" fmla="*/ 0 h 236520"/>
                <a:gd name="textAreaBottom" fmla="*/ 236880 h 23652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9" h="659">
                  <a:moveTo>
                    <a:pt x="1" y="659"/>
                  </a:moveTo>
                  <a:lnTo>
                    <a:pt x="0" y="184"/>
                  </a:lnTo>
                  <a:cubicBezTo>
                    <a:pt x="0" y="152"/>
                    <a:pt x="8" y="120"/>
                    <a:pt x="24" y="92"/>
                  </a:cubicBezTo>
                  <a:cubicBezTo>
                    <a:pt x="40" y="64"/>
                    <a:pt x="63" y="41"/>
                    <a:pt x="91" y="25"/>
                  </a:cubicBezTo>
                  <a:cubicBezTo>
                    <a:pt x="119" y="9"/>
                    <a:pt x="151" y="1"/>
                    <a:pt x="183" y="0"/>
                  </a:cubicBezTo>
                  <a:lnTo>
                    <a:pt x="1135" y="0"/>
                  </a:lnTo>
                  <a:cubicBezTo>
                    <a:pt x="1167" y="0"/>
                    <a:pt x="1199" y="8"/>
                    <a:pt x="1227" y="24"/>
                  </a:cubicBezTo>
                  <a:cubicBezTo>
                    <a:pt x="1254" y="41"/>
                    <a:pt x="1278" y="64"/>
                    <a:pt x="1294" y="91"/>
                  </a:cubicBezTo>
                  <a:cubicBezTo>
                    <a:pt x="1310" y="119"/>
                    <a:pt x="1318" y="151"/>
                    <a:pt x="1318" y="183"/>
                  </a:cubicBezTo>
                  <a:lnTo>
                    <a:pt x="1319" y="659"/>
                  </a:lnTo>
                  <a:close/>
                </a:path>
              </a:pathLst>
            </a:custGeom>
            <a:solidFill>
              <a:srgbClr val="78171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4" name="Group 5"/>
            <p:cNvGrpSpPr/>
            <p:nvPr/>
          </p:nvGrpSpPr>
          <p:grpSpPr>
            <a:xfrm>
              <a:off x="8123040" y="2253960"/>
              <a:ext cx="546120" cy="545760"/>
              <a:chOff x="8123040" y="2253960"/>
              <a:chExt cx="546120" cy="545760"/>
            </a:xfrm>
          </p:grpSpPr>
          <p:sp>
            <p:nvSpPr>
              <p:cNvPr id="5" name="Freeform: Shape 6"/>
              <p:cNvSpPr/>
              <p:nvPr/>
            </p:nvSpPr>
            <p:spPr>
              <a:xfrm rot="2696400">
                <a:off x="8159040" y="2377440"/>
                <a:ext cx="473400" cy="298800"/>
              </a:xfrm>
              <a:custGeom>
                <a:avLst/>
                <a:gdLst>
                  <a:gd name="textAreaLeft" fmla="*/ 0 w 473400"/>
                  <a:gd name="textAreaRight" fmla="*/ 473760 w 473400"/>
                  <a:gd name="textAreaTop" fmla="*/ 0 h 298800"/>
                  <a:gd name="textAreaBottom" fmla="*/ 299160 h 29880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7" h="832">
                    <a:moveTo>
                      <a:pt x="1317" y="1"/>
                    </a:moveTo>
                    <a:lnTo>
                      <a:pt x="658" y="832"/>
                    </a:lnTo>
                    <a:lnTo>
                      <a:pt x="0" y="0"/>
                    </a:lnTo>
                    <a:close/>
                  </a:path>
                </a:pathLst>
              </a:custGeom>
              <a:solidFill>
                <a:srgbClr val="f5b09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6" name="Freeform: Shape 7"/>
              <p:cNvSpPr/>
              <p:nvPr/>
            </p:nvSpPr>
            <p:spPr>
              <a:xfrm rot="2700000">
                <a:off x="8224560" y="2506320"/>
                <a:ext cx="236520" cy="147960"/>
              </a:xfrm>
              <a:custGeom>
                <a:avLst/>
                <a:gdLst>
                  <a:gd name="textAreaLeft" fmla="*/ 0 w 236520"/>
                  <a:gd name="textAreaRight" fmla="*/ 236880 w 236520"/>
                  <a:gd name="textAreaTop" fmla="*/ 0 h 147960"/>
                  <a:gd name="textAreaBottom" fmla="*/ 148320 h 14796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59" h="413">
                    <a:moveTo>
                      <a:pt x="659" y="0"/>
                    </a:moveTo>
                    <a:lnTo>
                      <a:pt x="329" y="413"/>
                    </a:lnTo>
                    <a:lnTo>
                      <a:pt x="0" y="0"/>
                    </a:lnTo>
                    <a:close/>
                  </a:path>
                </a:pathLst>
              </a:custGeom>
              <a:solidFill>
                <a:srgbClr val="00000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grpSp>
      <p:sp>
        <p:nvSpPr>
          <p:cNvPr id="7" name="PlaceHolder 1"/>
          <p:cNvSpPr>
            <a:spLocks noGrp="1"/>
          </p:cNvSpPr>
          <p:nvPr>
            <p:ph type="title"/>
          </p:nvPr>
        </p:nvSpPr>
        <p:spPr>
          <a:xfrm>
            <a:off x="1260360" y="928800"/>
            <a:ext cx="7559280" cy="1972800"/>
          </a:xfrm>
          <a:prstGeom prst="rect">
            <a:avLst/>
          </a:prstGeom>
          <a:noFill/>
          <a:ln w="0">
            <a:noFill/>
          </a:ln>
        </p:spPr>
        <p:txBody>
          <a:bodyPr lIns="0" rIns="0" tIns="0" bIns="0" anchor="b">
            <a:noAutofit/>
          </a:bodyPr>
          <a:p>
            <a:pPr indent="0" algn="ctr">
              <a:lnSpc>
                <a:spcPct val="100000"/>
              </a:lnSpc>
              <a:buNone/>
            </a:pPr>
            <a:r>
              <a:rPr b="0" lang="en-US" sz="6000" strike="noStrike" u="none">
                <a:solidFill>
                  <a:srgbClr val="ff8000"/>
                </a:solidFill>
                <a:effectLst/>
                <a:highlight>
                  <a:srgbClr val="ffffff"/>
                </a:highlight>
                <a:uFillTx/>
                <a:latin typeface="Calibri"/>
              </a:rPr>
              <a:t>Click to edit Master title style</a:t>
            </a:r>
            <a:endParaRPr b="0" lang="en-US" sz="6000" strike="noStrike" u="non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8" name="Freeform: Shape 1"/>
          <p:cNvSpPr/>
          <p:nvPr/>
        </p:nvSpPr>
        <p:spPr>
          <a:xfrm rot="2337600">
            <a:off x="-1813680" y="4211280"/>
            <a:ext cx="6184800" cy="4830840"/>
          </a:xfrm>
          <a:custGeom>
            <a:avLst/>
            <a:gdLst>
              <a:gd name="textAreaLeft" fmla="*/ 0 w 6184800"/>
              <a:gd name="textAreaRight" fmla="*/ 6185160 w 6184800"/>
              <a:gd name="textAreaTop" fmla="*/ 0 h 4830840"/>
              <a:gd name="textAreaBottom" fmla="*/ 4831200 h 48308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7182" h="13421">
                <a:moveTo>
                  <a:pt x="0" y="0"/>
                </a:moveTo>
                <a:cubicBezTo>
                  <a:pt x="327" y="325"/>
                  <a:pt x="930" y="1027"/>
                  <a:pt x="1543" y="1308"/>
                </a:cubicBezTo>
                <a:cubicBezTo>
                  <a:pt x="2289" y="1650"/>
                  <a:pt x="3136" y="2262"/>
                  <a:pt x="3530" y="2758"/>
                </a:cubicBezTo>
                <a:cubicBezTo>
                  <a:pt x="3868" y="3184"/>
                  <a:pt x="5027" y="4060"/>
                  <a:pt x="5696" y="4437"/>
                </a:cubicBezTo>
                <a:cubicBezTo>
                  <a:pt x="6693" y="5000"/>
                  <a:pt x="7383" y="5645"/>
                  <a:pt x="7836" y="6118"/>
                </a:cubicBezTo>
                <a:cubicBezTo>
                  <a:pt x="8343" y="6646"/>
                  <a:pt x="9909" y="8050"/>
                  <a:pt x="10157" y="8298"/>
                </a:cubicBezTo>
                <a:cubicBezTo>
                  <a:pt x="10768" y="8909"/>
                  <a:pt x="11536" y="9199"/>
                  <a:pt x="12138" y="9755"/>
                </a:cubicBezTo>
                <a:cubicBezTo>
                  <a:pt x="12520" y="10107"/>
                  <a:pt x="12923" y="10436"/>
                  <a:pt x="13333" y="10757"/>
                </a:cubicBezTo>
                <a:cubicBezTo>
                  <a:pt x="13837" y="11152"/>
                  <a:pt x="14417" y="11458"/>
                  <a:pt x="14860" y="11920"/>
                </a:cubicBezTo>
                <a:cubicBezTo>
                  <a:pt x="15203" y="12277"/>
                  <a:pt x="15595" y="12584"/>
                  <a:pt x="15990" y="12881"/>
                </a:cubicBezTo>
                <a:cubicBezTo>
                  <a:pt x="16339" y="13144"/>
                  <a:pt x="16785" y="13241"/>
                  <a:pt x="17182" y="13421"/>
                </a:cubicBezTo>
              </a:path>
            </a:pathLst>
          </a:custGeom>
          <a:noFill/>
          <a:ln cap="rnd" w="79200">
            <a:solidFill>
              <a:srgbClr val="956134"/>
            </a:solidFill>
            <a:round/>
          </a:ln>
        </p:spPr>
        <p:style>
          <a:lnRef idx="0"/>
          <a:fillRef idx="0"/>
          <a:effectRef idx="0"/>
          <a:fontRef idx="minor"/>
        </p:style>
        <p:txBody>
          <a:bodyPr wrap="none" lIns="24840" rIns="24840" tIns="24840" bIns="2484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9" name="Group 2"/>
          <p:cNvGrpSpPr/>
          <p:nvPr/>
        </p:nvGrpSpPr>
        <p:grpSpPr>
          <a:xfrm>
            <a:off x="8123040" y="1415520"/>
            <a:ext cx="1384920" cy="1384200"/>
            <a:chOff x="8123040" y="1415520"/>
            <a:chExt cx="1384920" cy="1384200"/>
          </a:xfrm>
        </p:grpSpPr>
        <p:sp>
          <p:nvSpPr>
            <p:cNvPr id="10" name="Freeform: Shape 3"/>
            <p:cNvSpPr/>
            <p:nvPr/>
          </p:nvSpPr>
          <p:spPr>
            <a:xfrm rot="2700000">
              <a:off x="8600040" y="1690560"/>
              <a:ext cx="473760" cy="789840"/>
            </a:xfrm>
            <a:custGeom>
              <a:avLst/>
              <a:gdLst>
                <a:gd name="textAreaLeft" fmla="*/ 0 w 473760"/>
                <a:gd name="textAreaRight" fmla="*/ 474120 w 473760"/>
                <a:gd name="textAreaTop" fmla="*/ 0 h 789840"/>
                <a:gd name="textAreaBottom" fmla="*/ 790200 h 7898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8" h="2196">
                  <a:moveTo>
                    <a:pt x="0" y="0"/>
                  </a:moveTo>
                  <a:lnTo>
                    <a:pt x="0" y="2196"/>
                  </a:lnTo>
                  <a:lnTo>
                    <a:pt x="1318" y="2196"/>
                  </a:lnTo>
                  <a:lnTo>
                    <a:pt x="1318" y="0"/>
                  </a:lnTo>
                  <a:lnTo>
                    <a:pt x="1098" y="0"/>
                  </a:lnTo>
                  <a:lnTo>
                    <a:pt x="1098" y="1976"/>
                  </a:lnTo>
                  <a:lnTo>
                    <a:pt x="878" y="1976"/>
                  </a:lnTo>
                  <a:lnTo>
                    <a:pt x="878" y="0"/>
                  </a:lnTo>
                  <a:lnTo>
                    <a:pt x="439" y="0"/>
                  </a:lnTo>
                  <a:lnTo>
                    <a:pt x="439" y="1976"/>
                  </a:lnTo>
                  <a:lnTo>
                    <a:pt x="220" y="1976"/>
                  </a:lnTo>
                  <a:lnTo>
                    <a:pt x="220" y="0"/>
                  </a:lnTo>
                  <a:close/>
                </a:path>
              </a:pathLst>
            </a:custGeom>
            <a:solidFill>
              <a:srgbClr val="f3980f"/>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11" name="Freeform: Shape 4"/>
            <p:cNvSpPr/>
            <p:nvPr/>
          </p:nvSpPr>
          <p:spPr>
            <a:xfrm rot="2701800">
              <a:off x="9019440" y="1548360"/>
              <a:ext cx="474120" cy="236520"/>
            </a:xfrm>
            <a:custGeom>
              <a:avLst/>
              <a:gdLst>
                <a:gd name="textAreaLeft" fmla="*/ 0 w 474120"/>
                <a:gd name="textAreaRight" fmla="*/ 474480 w 474120"/>
                <a:gd name="textAreaTop" fmla="*/ 0 h 236520"/>
                <a:gd name="textAreaBottom" fmla="*/ 236880 h 23652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9" h="659">
                  <a:moveTo>
                    <a:pt x="1" y="659"/>
                  </a:moveTo>
                  <a:lnTo>
                    <a:pt x="0" y="184"/>
                  </a:lnTo>
                  <a:cubicBezTo>
                    <a:pt x="0" y="152"/>
                    <a:pt x="8" y="120"/>
                    <a:pt x="24" y="92"/>
                  </a:cubicBezTo>
                  <a:cubicBezTo>
                    <a:pt x="40" y="64"/>
                    <a:pt x="63" y="41"/>
                    <a:pt x="91" y="25"/>
                  </a:cubicBezTo>
                  <a:cubicBezTo>
                    <a:pt x="119" y="9"/>
                    <a:pt x="151" y="1"/>
                    <a:pt x="183" y="0"/>
                  </a:cubicBezTo>
                  <a:lnTo>
                    <a:pt x="1135" y="0"/>
                  </a:lnTo>
                  <a:cubicBezTo>
                    <a:pt x="1167" y="0"/>
                    <a:pt x="1199" y="8"/>
                    <a:pt x="1227" y="24"/>
                  </a:cubicBezTo>
                  <a:cubicBezTo>
                    <a:pt x="1254" y="41"/>
                    <a:pt x="1278" y="64"/>
                    <a:pt x="1294" y="91"/>
                  </a:cubicBezTo>
                  <a:cubicBezTo>
                    <a:pt x="1310" y="119"/>
                    <a:pt x="1318" y="151"/>
                    <a:pt x="1318" y="183"/>
                  </a:cubicBezTo>
                  <a:lnTo>
                    <a:pt x="1319" y="659"/>
                  </a:lnTo>
                  <a:close/>
                </a:path>
              </a:pathLst>
            </a:custGeom>
            <a:solidFill>
              <a:srgbClr val="78171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12" name="Group 5"/>
            <p:cNvGrpSpPr/>
            <p:nvPr/>
          </p:nvGrpSpPr>
          <p:grpSpPr>
            <a:xfrm>
              <a:off x="8123040" y="2253960"/>
              <a:ext cx="546120" cy="545760"/>
              <a:chOff x="8123040" y="2253960"/>
              <a:chExt cx="546120" cy="545760"/>
            </a:xfrm>
          </p:grpSpPr>
          <p:sp>
            <p:nvSpPr>
              <p:cNvPr id="13" name="Freeform: Shape 6"/>
              <p:cNvSpPr/>
              <p:nvPr/>
            </p:nvSpPr>
            <p:spPr>
              <a:xfrm rot="2696400">
                <a:off x="8159040" y="2377440"/>
                <a:ext cx="473400" cy="298800"/>
              </a:xfrm>
              <a:custGeom>
                <a:avLst/>
                <a:gdLst>
                  <a:gd name="textAreaLeft" fmla="*/ 0 w 473400"/>
                  <a:gd name="textAreaRight" fmla="*/ 473760 w 473400"/>
                  <a:gd name="textAreaTop" fmla="*/ 0 h 298800"/>
                  <a:gd name="textAreaBottom" fmla="*/ 299160 h 29880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7" h="832">
                    <a:moveTo>
                      <a:pt x="1317" y="1"/>
                    </a:moveTo>
                    <a:lnTo>
                      <a:pt x="658" y="832"/>
                    </a:lnTo>
                    <a:lnTo>
                      <a:pt x="0" y="0"/>
                    </a:lnTo>
                    <a:close/>
                  </a:path>
                </a:pathLst>
              </a:custGeom>
              <a:solidFill>
                <a:srgbClr val="f5b09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14" name="Freeform: Shape 7"/>
              <p:cNvSpPr/>
              <p:nvPr/>
            </p:nvSpPr>
            <p:spPr>
              <a:xfrm rot="2700000">
                <a:off x="8224560" y="2506320"/>
                <a:ext cx="236520" cy="147960"/>
              </a:xfrm>
              <a:custGeom>
                <a:avLst/>
                <a:gdLst>
                  <a:gd name="textAreaLeft" fmla="*/ 0 w 236520"/>
                  <a:gd name="textAreaRight" fmla="*/ 236880 w 236520"/>
                  <a:gd name="textAreaTop" fmla="*/ 0 h 147960"/>
                  <a:gd name="textAreaBottom" fmla="*/ 148320 h 14796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59" h="413">
                    <a:moveTo>
                      <a:pt x="659" y="0"/>
                    </a:moveTo>
                    <a:lnTo>
                      <a:pt x="329" y="413"/>
                    </a:lnTo>
                    <a:lnTo>
                      <a:pt x="0" y="0"/>
                    </a:lnTo>
                    <a:close/>
                  </a:path>
                </a:pathLst>
              </a:custGeom>
              <a:solidFill>
                <a:srgbClr val="00000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grpSp>
      <p:sp>
        <p:nvSpPr>
          <p:cNvPr id="15" name="PlaceHolder 1"/>
          <p:cNvSpPr>
            <a:spLocks noGrp="1"/>
          </p:cNvSpPr>
          <p:nvPr>
            <p:ph type="title"/>
          </p:nvPr>
        </p:nvSpPr>
        <p:spPr>
          <a:xfrm>
            <a:off x="540000" y="1620000"/>
            <a:ext cx="7559640" cy="989640"/>
          </a:xfrm>
          <a:prstGeom prst="rect">
            <a:avLst/>
          </a:prstGeom>
          <a:noFill/>
          <a:ln w="0">
            <a:noFill/>
          </a:ln>
        </p:spPr>
        <p:txBody>
          <a:bodyPr lIns="0" rIns="0" tIns="0" bIns="0" anchor="ctr">
            <a:noAutofit/>
          </a:bodyPr>
          <a:p>
            <a:pPr indent="0" algn="ctr">
              <a:lnSpc>
                <a:spcPct val="100000"/>
              </a:lnSpc>
              <a:buNone/>
            </a:pPr>
            <a:r>
              <a:rPr b="0" lang="en-US" sz="3200" strike="noStrike" u="none">
                <a:solidFill>
                  <a:srgbClr val="ff8000"/>
                </a:solidFill>
                <a:effectLst/>
                <a:highlight>
                  <a:srgbClr val="ffffff"/>
                </a:highlight>
                <a:uFillTx/>
                <a:latin typeface="Calibri"/>
              </a:rPr>
              <a:t>Click to edit Master title style</a:t>
            </a:r>
            <a:endParaRPr b="0" lang="en-US" sz="3200" strike="noStrike" u="none">
              <a:solidFill>
                <a:schemeClr val="dk1"/>
              </a:solidFill>
              <a:effectLst/>
              <a:uFillTx/>
              <a:latin typeface="Calibri"/>
            </a:endParaRPr>
          </a:p>
        </p:txBody>
      </p:sp>
      <p:sp>
        <p:nvSpPr>
          <p:cNvPr id="16" name="PlaceHolder 2"/>
          <p:cNvSpPr>
            <a:spLocks noGrp="1"/>
          </p:cNvSpPr>
          <p:nvPr>
            <p:ph type="body"/>
          </p:nvPr>
        </p:nvSpPr>
        <p:spPr>
          <a:xfrm>
            <a:off x="540000" y="3060000"/>
            <a:ext cx="8999640" cy="2339640"/>
          </a:xfrm>
          <a:prstGeom prst="rect">
            <a:avLst/>
          </a:prstGeom>
          <a:noFill/>
          <a:ln w="0">
            <a:noFill/>
          </a:ln>
        </p:spPr>
        <p:txBody>
          <a:bodyPr lIns="0" rIns="0" tIns="0" bIns="0" anchor="t" vert="eaVert">
            <a:noAutofit/>
          </a:bodyPr>
          <a:p>
            <a:pPr indent="0">
              <a:lnSpc>
                <a:spcPct val="100000"/>
              </a:lnSpc>
              <a:spcBef>
                <a:spcPts val="1060"/>
              </a:spcBef>
              <a:buNone/>
              <a:tabLst>
                <a:tab algn="l" pos="0"/>
              </a:tabLst>
            </a:pPr>
            <a:r>
              <a:rPr b="0" lang="en-US" sz="2400" strike="noStrike" u="none">
                <a:solidFill>
                  <a:srgbClr val="000000"/>
                </a:solidFill>
                <a:effectLst/>
                <a:highlight>
                  <a:srgbClr val="ffffff"/>
                </a:highlight>
                <a:uFillTx/>
                <a:latin typeface="Calibri"/>
              </a:rPr>
              <a:t>Click to edit Master text styles</a:t>
            </a:r>
            <a:endParaRPr b="0" lang="en-US" sz="2400" strike="noStrike" u="none">
              <a:solidFill>
                <a:schemeClr val="dk1"/>
              </a:solidFill>
              <a:effectLst/>
              <a:highlight>
                <a:srgbClr val="ffffff"/>
              </a:highlight>
              <a:uFillTx/>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17" name="Freeform: Shape 1"/>
          <p:cNvSpPr/>
          <p:nvPr/>
        </p:nvSpPr>
        <p:spPr>
          <a:xfrm rot="2337600">
            <a:off x="-1813680" y="4211280"/>
            <a:ext cx="6184800" cy="4830840"/>
          </a:xfrm>
          <a:custGeom>
            <a:avLst/>
            <a:gdLst>
              <a:gd name="textAreaLeft" fmla="*/ 0 w 6184800"/>
              <a:gd name="textAreaRight" fmla="*/ 6185160 w 6184800"/>
              <a:gd name="textAreaTop" fmla="*/ 0 h 4830840"/>
              <a:gd name="textAreaBottom" fmla="*/ 4831200 h 48308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7182" h="13421">
                <a:moveTo>
                  <a:pt x="0" y="0"/>
                </a:moveTo>
                <a:cubicBezTo>
                  <a:pt x="327" y="325"/>
                  <a:pt x="930" y="1027"/>
                  <a:pt x="1543" y="1308"/>
                </a:cubicBezTo>
                <a:cubicBezTo>
                  <a:pt x="2289" y="1650"/>
                  <a:pt x="3136" y="2262"/>
                  <a:pt x="3530" y="2758"/>
                </a:cubicBezTo>
                <a:cubicBezTo>
                  <a:pt x="3868" y="3184"/>
                  <a:pt x="5027" y="4060"/>
                  <a:pt x="5696" y="4437"/>
                </a:cubicBezTo>
                <a:cubicBezTo>
                  <a:pt x="6693" y="5000"/>
                  <a:pt x="7383" y="5645"/>
                  <a:pt x="7836" y="6118"/>
                </a:cubicBezTo>
                <a:cubicBezTo>
                  <a:pt x="8343" y="6646"/>
                  <a:pt x="9909" y="8050"/>
                  <a:pt x="10157" y="8298"/>
                </a:cubicBezTo>
                <a:cubicBezTo>
                  <a:pt x="10768" y="8909"/>
                  <a:pt x="11536" y="9199"/>
                  <a:pt x="12138" y="9755"/>
                </a:cubicBezTo>
                <a:cubicBezTo>
                  <a:pt x="12520" y="10107"/>
                  <a:pt x="12923" y="10436"/>
                  <a:pt x="13333" y="10757"/>
                </a:cubicBezTo>
                <a:cubicBezTo>
                  <a:pt x="13837" y="11152"/>
                  <a:pt x="14417" y="11458"/>
                  <a:pt x="14860" y="11920"/>
                </a:cubicBezTo>
                <a:cubicBezTo>
                  <a:pt x="15203" y="12277"/>
                  <a:pt x="15595" y="12584"/>
                  <a:pt x="15990" y="12881"/>
                </a:cubicBezTo>
                <a:cubicBezTo>
                  <a:pt x="16339" y="13144"/>
                  <a:pt x="16785" y="13241"/>
                  <a:pt x="17182" y="13421"/>
                </a:cubicBezTo>
              </a:path>
            </a:pathLst>
          </a:custGeom>
          <a:noFill/>
          <a:ln cap="rnd" w="79200">
            <a:solidFill>
              <a:srgbClr val="956134"/>
            </a:solidFill>
            <a:round/>
          </a:ln>
        </p:spPr>
        <p:style>
          <a:lnRef idx="0"/>
          <a:fillRef idx="0"/>
          <a:effectRef idx="0"/>
          <a:fontRef idx="minor"/>
        </p:style>
        <p:txBody>
          <a:bodyPr wrap="none" lIns="24840" rIns="24840" tIns="24840" bIns="2484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18" name="Group 2"/>
          <p:cNvGrpSpPr/>
          <p:nvPr/>
        </p:nvGrpSpPr>
        <p:grpSpPr>
          <a:xfrm>
            <a:off x="8123040" y="1415520"/>
            <a:ext cx="1384920" cy="1384200"/>
            <a:chOff x="8123040" y="1415520"/>
            <a:chExt cx="1384920" cy="1384200"/>
          </a:xfrm>
        </p:grpSpPr>
        <p:sp>
          <p:nvSpPr>
            <p:cNvPr id="19" name="Freeform: Shape 3"/>
            <p:cNvSpPr/>
            <p:nvPr/>
          </p:nvSpPr>
          <p:spPr>
            <a:xfrm rot="2700000">
              <a:off x="8600040" y="1690560"/>
              <a:ext cx="473760" cy="789840"/>
            </a:xfrm>
            <a:custGeom>
              <a:avLst/>
              <a:gdLst>
                <a:gd name="textAreaLeft" fmla="*/ 0 w 473760"/>
                <a:gd name="textAreaRight" fmla="*/ 474120 w 473760"/>
                <a:gd name="textAreaTop" fmla="*/ 0 h 789840"/>
                <a:gd name="textAreaBottom" fmla="*/ 790200 h 7898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8" h="2196">
                  <a:moveTo>
                    <a:pt x="0" y="0"/>
                  </a:moveTo>
                  <a:lnTo>
                    <a:pt x="0" y="2196"/>
                  </a:lnTo>
                  <a:lnTo>
                    <a:pt x="1318" y="2196"/>
                  </a:lnTo>
                  <a:lnTo>
                    <a:pt x="1318" y="0"/>
                  </a:lnTo>
                  <a:lnTo>
                    <a:pt x="1098" y="0"/>
                  </a:lnTo>
                  <a:lnTo>
                    <a:pt x="1098" y="1976"/>
                  </a:lnTo>
                  <a:lnTo>
                    <a:pt x="878" y="1976"/>
                  </a:lnTo>
                  <a:lnTo>
                    <a:pt x="878" y="0"/>
                  </a:lnTo>
                  <a:lnTo>
                    <a:pt x="439" y="0"/>
                  </a:lnTo>
                  <a:lnTo>
                    <a:pt x="439" y="1976"/>
                  </a:lnTo>
                  <a:lnTo>
                    <a:pt x="220" y="1976"/>
                  </a:lnTo>
                  <a:lnTo>
                    <a:pt x="220" y="0"/>
                  </a:lnTo>
                  <a:close/>
                </a:path>
              </a:pathLst>
            </a:custGeom>
            <a:solidFill>
              <a:srgbClr val="f3980f"/>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20" name="Freeform: Shape 4"/>
            <p:cNvSpPr/>
            <p:nvPr/>
          </p:nvSpPr>
          <p:spPr>
            <a:xfrm rot="2701800">
              <a:off x="9019440" y="1548360"/>
              <a:ext cx="474120" cy="236520"/>
            </a:xfrm>
            <a:custGeom>
              <a:avLst/>
              <a:gdLst>
                <a:gd name="textAreaLeft" fmla="*/ 0 w 474120"/>
                <a:gd name="textAreaRight" fmla="*/ 474480 w 474120"/>
                <a:gd name="textAreaTop" fmla="*/ 0 h 236520"/>
                <a:gd name="textAreaBottom" fmla="*/ 236880 h 23652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9" h="659">
                  <a:moveTo>
                    <a:pt x="1" y="659"/>
                  </a:moveTo>
                  <a:lnTo>
                    <a:pt x="0" y="184"/>
                  </a:lnTo>
                  <a:cubicBezTo>
                    <a:pt x="0" y="152"/>
                    <a:pt x="8" y="120"/>
                    <a:pt x="24" y="92"/>
                  </a:cubicBezTo>
                  <a:cubicBezTo>
                    <a:pt x="40" y="64"/>
                    <a:pt x="63" y="41"/>
                    <a:pt x="91" y="25"/>
                  </a:cubicBezTo>
                  <a:cubicBezTo>
                    <a:pt x="119" y="9"/>
                    <a:pt x="151" y="1"/>
                    <a:pt x="183" y="0"/>
                  </a:cubicBezTo>
                  <a:lnTo>
                    <a:pt x="1135" y="0"/>
                  </a:lnTo>
                  <a:cubicBezTo>
                    <a:pt x="1167" y="0"/>
                    <a:pt x="1199" y="8"/>
                    <a:pt x="1227" y="24"/>
                  </a:cubicBezTo>
                  <a:cubicBezTo>
                    <a:pt x="1254" y="41"/>
                    <a:pt x="1278" y="64"/>
                    <a:pt x="1294" y="91"/>
                  </a:cubicBezTo>
                  <a:cubicBezTo>
                    <a:pt x="1310" y="119"/>
                    <a:pt x="1318" y="151"/>
                    <a:pt x="1318" y="183"/>
                  </a:cubicBezTo>
                  <a:lnTo>
                    <a:pt x="1319" y="659"/>
                  </a:lnTo>
                  <a:close/>
                </a:path>
              </a:pathLst>
            </a:custGeom>
            <a:solidFill>
              <a:srgbClr val="78171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21" name="Group 5"/>
            <p:cNvGrpSpPr/>
            <p:nvPr/>
          </p:nvGrpSpPr>
          <p:grpSpPr>
            <a:xfrm>
              <a:off x="8123040" y="2253960"/>
              <a:ext cx="546120" cy="545760"/>
              <a:chOff x="8123040" y="2253960"/>
              <a:chExt cx="546120" cy="545760"/>
            </a:xfrm>
          </p:grpSpPr>
          <p:sp>
            <p:nvSpPr>
              <p:cNvPr id="22" name="Freeform: Shape 6"/>
              <p:cNvSpPr/>
              <p:nvPr/>
            </p:nvSpPr>
            <p:spPr>
              <a:xfrm rot="2696400">
                <a:off x="8159040" y="2377440"/>
                <a:ext cx="473400" cy="298800"/>
              </a:xfrm>
              <a:custGeom>
                <a:avLst/>
                <a:gdLst>
                  <a:gd name="textAreaLeft" fmla="*/ 0 w 473400"/>
                  <a:gd name="textAreaRight" fmla="*/ 473760 w 473400"/>
                  <a:gd name="textAreaTop" fmla="*/ 0 h 298800"/>
                  <a:gd name="textAreaBottom" fmla="*/ 299160 h 29880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7" h="832">
                    <a:moveTo>
                      <a:pt x="1317" y="1"/>
                    </a:moveTo>
                    <a:lnTo>
                      <a:pt x="658" y="832"/>
                    </a:lnTo>
                    <a:lnTo>
                      <a:pt x="0" y="0"/>
                    </a:lnTo>
                    <a:close/>
                  </a:path>
                </a:pathLst>
              </a:custGeom>
              <a:solidFill>
                <a:srgbClr val="f5b09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23" name="Freeform: Shape 7"/>
              <p:cNvSpPr/>
              <p:nvPr/>
            </p:nvSpPr>
            <p:spPr>
              <a:xfrm rot="2700000">
                <a:off x="8224560" y="2506320"/>
                <a:ext cx="236520" cy="147960"/>
              </a:xfrm>
              <a:custGeom>
                <a:avLst/>
                <a:gdLst>
                  <a:gd name="textAreaLeft" fmla="*/ 0 w 236520"/>
                  <a:gd name="textAreaRight" fmla="*/ 236880 w 236520"/>
                  <a:gd name="textAreaTop" fmla="*/ 0 h 147960"/>
                  <a:gd name="textAreaBottom" fmla="*/ 148320 h 14796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59" h="413">
                    <a:moveTo>
                      <a:pt x="659" y="0"/>
                    </a:moveTo>
                    <a:lnTo>
                      <a:pt x="329" y="413"/>
                    </a:lnTo>
                    <a:lnTo>
                      <a:pt x="0" y="0"/>
                    </a:lnTo>
                    <a:close/>
                  </a:path>
                </a:pathLst>
              </a:custGeom>
              <a:solidFill>
                <a:srgbClr val="00000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grpSp>
      <p:sp>
        <p:nvSpPr>
          <p:cNvPr id="24" name="PlaceHolder 1"/>
          <p:cNvSpPr>
            <a:spLocks noGrp="1"/>
          </p:cNvSpPr>
          <p:nvPr>
            <p:ph type="title"/>
          </p:nvPr>
        </p:nvSpPr>
        <p:spPr>
          <a:xfrm>
            <a:off x="7289640" y="1619280"/>
            <a:ext cx="2249280" cy="3781080"/>
          </a:xfrm>
          <a:prstGeom prst="rect">
            <a:avLst/>
          </a:prstGeom>
          <a:noFill/>
          <a:ln w="0">
            <a:noFill/>
          </a:ln>
        </p:spPr>
        <p:txBody>
          <a:bodyPr lIns="0" rIns="0" tIns="0" bIns="0" anchor="ctr" vert="eaVert">
            <a:noAutofit/>
          </a:bodyPr>
          <a:p>
            <a:pPr indent="0" algn="ctr">
              <a:lnSpc>
                <a:spcPct val="100000"/>
              </a:lnSpc>
              <a:buNone/>
            </a:pPr>
            <a:r>
              <a:rPr b="0" lang="en-US" sz="3200" strike="noStrike" u="none">
                <a:solidFill>
                  <a:srgbClr val="ff8000"/>
                </a:solidFill>
                <a:effectLst/>
                <a:highlight>
                  <a:srgbClr val="ffffff"/>
                </a:highlight>
                <a:uFillTx/>
                <a:latin typeface="Calibri"/>
              </a:rPr>
              <a:t>Click to edit Master title style</a:t>
            </a:r>
            <a:endParaRPr b="0" lang="en-US" sz="3200" strike="noStrike" u="none">
              <a:solidFill>
                <a:schemeClr val="dk1"/>
              </a:solidFill>
              <a:effectLst/>
              <a:uFillTx/>
              <a:latin typeface="Calibri"/>
            </a:endParaRPr>
          </a:p>
        </p:txBody>
      </p:sp>
      <p:sp>
        <p:nvSpPr>
          <p:cNvPr id="25" name="PlaceHolder 2"/>
          <p:cNvSpPr>
            <a:spLocks noGrp="1"/>
          </p:cNvSpPr>
          <p:nvPr>
            <p:ph type="body"/>
          </p:nvPr>
        </p:nvSpPr>
        <p:spPr>
          <a:xfrm>
            <a:off x="539640" y="1619280"/>
            <a:ext cx="6597360" cy="3781080"/>
          </a:xfrm>
          <a:prstGeom prst="rect">
            <a:avLst/>
          </a:prstGeom>
          <a:noFill/>
          <a:ln w="0">
            <a:noFill/>
          </a:ln>
        </p:spPr>
        <p:txBody>
          <a:bodyPr lIns="0" rIns="0" tIns="0" bIns="0" anchor="t" vert="eaVert">
            <a:noAutofit/>
          </a:bodyPr>
          <a:p>
            <a:pPr indent="0">
              <a:lnSpc>
                <a:spcPct val="100000"/>
              </a:lnSpc>
              <a:spcBef>
                <a:spcPts val="1060"/>
              </a:spcBef>
              <a:buNone/>
              <a:tabLst>
                <a:tab algn="l" pos="0"/>
              </a:tabLst>
            </a:pPr>
            <a:r>
              <a:rPr b="0" lang="en-US" sz="2400" strike="noStrike" u="none">
                <a:solidFill>
                  <a:srgbClr val="000000"/>
                </a:solidFill>
                <a:effectLst/>
                <a:highlight>
                  <a:srgbClr val="ffffff"/>
                </a:highlight>
                <a:uFillTx/>
                <a:latin typeface="Calibri"/>
              </a:rPr>
              <a:t>Click to edit Master text styles</a:t>
            </a:r>
            <a:endParaRPr b="0" lang="en-US" sz="2400" strike="noStrike" u="none">
              <a:solidFill>
                <a:schemeClr val="dk1"/>
              </a:solidFill>
              <a:effectLst/>
              <a:highlight>
                <a:srgbClr val="ffffff"/>
              </a:highlight>
              <a:uFillTx/>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6" name="Freeform: Shape 1"/>
          <p:cNvSpPr/>
          <p:nvPr/>
        </p:nvSpPr>
        <p:spPr>
          <a:xfrm rot="2337600">
            <a:off x="-1813680" y="4211280"/>
            <a:ext cx="6184800" cy="4830840"/>
          </a:xfrm>
          <a:custGeom>
            <a:avLst/>
            <a:gdLst>
              <a:gd name="textAreaLeft" fmla="*/ 0 w 6184800"/>
              <a:gd name="textAreaRight" fmla="*/ 6185160 w 6184800"/>
              <a:gd name="textAreaTop" fmla="*/ 0 h 4830840"/>
              <a:gd name="textAreaBottom" fmla="*/ 4831200 h 48308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7182" h="13421">
                <a:moveTo>
                  <a:pt x="0" y="0"/>
                </a:moveTo>
                <a:cubicBezTo>
                  <a:pt x="327" y="325"/>
                  <a:pt x="930" y="1027"/>
                  <a:pt x="1543" y="1308"/>
                </a:cubicBezTo>
                <a:cubicBezTo>
                  <a:pt x="2289" y="1650"/>
                  <a:pt x="3136" y="2262"/>
                  <a:pt x="3530" y="2758"/>
                </a:cubicBezTo>
                <a:cubicBezTo>
                  <a:pt x="3868" y="3184"/>
                  <a:pt x="5027" y="4060"/>
                  <a:pt x="5696" y="4437"/>
                </a:cubicBezTo>
                <a:cubicBezTo>
                  <a:pt x="6693" y="5000"/>
                  <a:pt x="7383" y="5645"/>
                  <a:pt x="7836" y="6118"/>
                </a:cubicBezTo>
                <a:cubicBezTo>
                  <a:pt x="8343" y="6646"/>
                  <a:pt x="9909" y="8050"/>
                  <a:pt x="10157" y="8298"/>
                </a:cubicBezTo>
                <a:cubicBezTo>
                  <a:pt x="10768" y="8909"/>
                  <a:pt x="11536" y="9199"/>
                  <a:pt x="12138" y="9755"/>
                </a:cubicBezTo>
                <a:cubicBezTo>
                  <a:pt x="12520" y="10107"/>
                  <a:pt x="12923" y="10436"/>
                  <a:pt x="13333" y="10757"/>
                </a:cubicBezTo>
                <a:cubicBezTo>
                  <a:pt x="13837" y="11152"/>
                  <a:pt x="14417" y="11458"/>
                  <a:pt x="14860" y="11920"/>
                </a:cubicBezTo>
                <a:cubicBezTo>
                  <a:pt x="15203" y="12277"/>
                  <a:pt x="15595" y="12584"/>
                  <a:pt x="15990" y="12881"/>
                </a:cubicBezTo>
                <a:cubicBezTo>
                  <a:pt x="16339" y="13144"/>
                  <a:pt x="16785" y="13241"/>
                  <a:pt x="17182" y="13421"/>
                </a:cubicBezTo>
              </a:path>
            </a:pathLst>
          </a:custGeom>
          <a:noFill/>
          <a:ln cap="rnd" w="79200">
            <a:solidFill>
              <a:srgbClr val="956134"/>
            </a:solidFill>
            <a:round/>
          </a:ln>
        </p:spPr>
        <p:style>
          <a:lnRef idx="0"/>
          <a:fillRef idx="0"/>
          <a:effectRef idx="0"/>
          <a:fontRef idx="minor"/>
        </p:style>
        <p:txBody>
          <a:bodyPr wrap="none" lIns="24840" rIns="24840" tIns="24840" bIns="2484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27" name="Group 2"/>
          <p:cNvGrpSpPr/>
          <p:nvPr/>
        </p:nvGrpSpPr>
        <p:grpSpPr>
          <a:xfrm>
            <a:off x="8123040" y="1415520"/>
            <a:ext cx="1384920" cy="1384200"/>
            <a:chOff x="8123040" y="1415520"/>
            <a:chExt cx="1384920" cy="1384200"/>
          </a:xfrm>
        </p:grpSpPr>
        <p:sp>
          <p:nvSpPr>
            <p:cNvPr id="28" name="Freeform: Shape 3"/>
            <p:cNvSpPr/>
            <p:nvPr/>
          </p:nvSpPr>
          <p:spPr>
            <a:xfrm rot="2700000">
              <a:off x="8600040" y="1690560"/>
              <a:ext cx="473760" cy="789840"/>
            </a:xfrm>
            <a:custGeom>
              <a:avLst/>
              <a:gdLst>
                <a:gd name="textAreaLeft" fmla="*/ 0 w 473760"/>
                <a:gd name="textAreaRight" fmla="*/ 474120 w 473760"/>
                <a:gd name="textAreaTop" fmla="*/ 0 h 789840"/>
                <a:gd name="textAreaBottom" fmla="*/ 790200 h 7898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8" h="2196">
                  <a:moveTo>
                    <a:pt x="0" y="0"/>
                  </a:moveTo>
                  <a:lnTo>
                    <a:pt x="0" y="2196"/>
                  </a:lnTo>
                  <a:lnTo>
                    <a:pt x="1318" y="2196"/>
                  </a:lnTo>
                  <a:lnTo>
                    <a:pt x="1318" y="0"/>
                  </a:lnTo>
                  <a:lnTo>
                    <a:pt x="1098" y="0"/>
                  </a:lnTo>
                  <a:lnTo>
                    <a:pt x="1098" y="1976"/>
                  </a:lnTo>
                  <a:lnTo>
                    <a:pt x="878" y="1976"/>
                  </a:lnTo>
                  <a:lnTo>
                    <a:pt x="878" y="0"/>
                  </a:lnTo>
                  <a:lnTo>
                    <a:pt x="439" y="0"/>
                  </a:lnTo>
                  <a:lnTo>
                    <a:pt x="439" y="1976"/>
                  </a:lnTo>
                  <a:lnTo>
                    <a:pt x="220" y="1976"/>
                  </a:lnTo>
                  <a:lnTo>
                    <a:pt x="220" y="0"/>
                  </a:lnTo>
                  <a:close/>
                </a:path>
              </a:pathLst>
            </a:custGeom>
            <a:solidFill>
              <a:srgbClr val="f3980f"/>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29" name="Freeform: Shape 4"/>
            <p:cNvSpPr/>
            <p:nvPr/>
          </p:nvSpPr>
          <p:spPr>
            <a:xfrm rot="2701800">
              <a:off x="9019440" y="1548360"/>
              <a:ext cx="474120" cy="236520"/>
            </a:xfrm>
            <a:custGeom>
              <a:avLst/>
              <a:gdLst>
                <a:gd name="textAreaLeft" fmla="*/ 0 w 474120"/>
                <a:gd name="textAreaRight" fmla="*/ 474480 w 474120"/>
                <a:gd name="textAreaTop" fmla="*/ 0 h 236520"/>
                <a:gd name="textAreaBottom" fmla="*/ 236880 h 23652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9" h="659">
                  <a:moveTo>
                    <a:pt x="1" y="659"/>
                  </a:moveTo>
                  <a:lnTo>
                    <a:pt x="0" y="184"/>
                  </a:lnTo>
                  <a:cubicBezTo>
                    <a:pt x="0" y="152"/>
                    <a:pt x="8" y="120"/>
                    <a:pt x="24" y="92"/>
                  </a:cubicBezTo>
                  <a:cubicBezTo>
                    <a:pt x="40" y="64"/>
                    <a:pt x="63" y="41"/>
                    <a:pt x="91" y="25"/>
                  </a:cubicBezTo>
                  <a:cubicBezTo>
                    <a:pt x="119" y="9"/>
                    <a:pt x="151" y="1"/>
                    <a:pt x="183" y="0"/>
                  </a:cubicBezTo>
                  <a:lnTo>
                    <a:pt x="1135" y="0"/>
                  </a:lnTo>
                  <a:cubicBezTo>
                    <a:pt x="1167" y="0"/>
                    <a:pt x="1199" y="8"/>
                    <a:pt x="1227" y="24"/>
                  </a:cubicBezTo>
                  <a:cubicBezTo>
                    <a:pt x="1254" y="41"/>
                    <a:pt x="1278" y="64"/>
                    <a:pt x="1294" y="91"/>
                  </a:cubicBezTo>
                  <a:cubicBezTo>
                    <a:pt x="1310" y="119"/>
                    <a:pt x="1318" y="151"/>
                    <a:pt x="1318" y="183"/>
                  </a:cubicBezTo>
                  <a:lnTo>
                    <a:pt x="1319" y="659"/>
                  </a:lnTo>
                  <a:close/>
                </a:path>
              </a:pathLst>
            </a:custGeom>
            <a:solidFill>
              <a:srgbClr val="78171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30" name="Group 5"/>
            <p:cNvGrpSpPr/>
            <p:nvPr/>
          </p:nvGrpSpPr>
          <p:grpSpPr>
            <a:xfrm>
              <a:off x="8123040" y="2253960"/>
              <a:ext cx="546120" cy="545760"/>
              <a:chOff x="8123040" y="2253960"/>
              <a:chExt cx="546120" cy="545760"/>
            </a:xfrm>
          </p:grpSpPr>
          <p:sp>
            <p:nvSpPr>
              <p:cNvPr id="31" name="Freeform: Shape 6"/>
              <p:cNvSpPr/>
              <p:nvPr/>
            </p:nvSpPr>
            <p:spPr>
              <a:xfrm rot="2696400">
                <a:off x="8159040" y="2377440"/>
                <a:ext cx="473400" cy="298800"/>
              </a:xfrm>
              <a:custGeom>
                <a:avLst/>
                <a:gdLst>
                  <a:gd name="textAreaLeft" fmla="*/ 0 w 473400"/>
                  <a:gd name="textAreaRight" fmla="*/ 473760 w 473400"/>
                  <a:gd name="textAreaTop" fmla="*/ 0 h 298800"/>
                  <a:gd name="textAreaBottom" fmla="*/ 299160 h 29880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7" h="832">
                    <a:moveTo>
                      <a:pt x="1317" y="1"/>
                    </a:moveTo>
                    <a:lnTo>
                      <a:pt x="658" y="832"/>
                    </a:lnTo>
                    <a:lnTo>
                      <a:pt x="0" y="0"/>
                    </a:lnTo>
                    <a:close/>
                  </a:path>
                </a:pathLst>
              </a:custGeom>
              <a:solidFill>
                <a:srgbClr val="f5b09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32" name="Freeform: Shape 7"/>
              <p:cNvSpPr/>
              <p:nvPr/>
            </p:nvSpPr>
            <p:spPr>
              <a:xfrm rot="2700000">
                <a:off x="8224560" y="2506320"/>
                <a:ext cx="236520" cy="147960"/>
              </a:xfrm>
              <a:custGeom>
                <a:avLst/>
                <a:gdLst>
                  <a:gd name="textAreaLeft" fmla="*/ 0 w 236520"/>
                  <a:gd name="textAreaRight" fmla="*/ 236880 w 236520"/>
                  <a:gd name="textAreaTop" fmla="*/ 0 h 147960"/>
                  <a:gd name="textAreaBottom" fmla="*/ 148320 h 14796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59" h="413">
                    <a:moveTo>
                      <a:pt x="659" y="0"/>
                    </a:moveTo>
                    <a:lnTo>
                      <a:pt x="329" y="413"/>
                    </a:lnTo>
                    <a:lnTo>
                      <a:pt x="0" y="0"/>
                    </a:lnTo>
                    <a:close/>
                  </a:path>
                </a:pathLst>
              </a:custGeom>
              <a:solidFill>
                <a:srgbClr val="00000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grpSp>
      <p:sp>
        <p:nvSpPr>
          <p:cNvPr id="33" name="PlaceHolder 1"/>
          <p:cNvSpPr>
            <a:spLocks noGrp="1"/>
          </p:cNvSpPr>
          <p:nvPr>
            <p:ph type="title"/>
          </p:nvPr>
        </p:nvSpPr>
        <p:spPr>
          <a:xfrm>
            <a:off x="540000" y="1620000"/>
            <a:ext cx="7559640" cy="989640"/>
          </a:xfrm>
          <a:prstGeom prst="rect">
            <a:avLst/>
          </a:prstGeom>
          <a:noFill/>
          <a:ln w="0">
            <a:noFill/>
          </a:ln>
        </p:spPr>
        <p:txBody>
          <a:bodyPr lIns="0" rIns="0" tIns="0" bIns="0" anchor="ctr">
            <a:noAutofit/>
          </a:bodyPr>
          <a:p>
            <a:pPr indent="0" algn="ctr">
              <a:lnSpc>
                <a:spcPct val="100000"/>
              </a:lnSpc>
              <a:buNone/>
            </a:pPr>
            <a:r>
              <a:rPr b="0" lang="en-US" sz="3200" strike="noStrike" u="none">
                <a:solidFill>
                  <a:srgbClr val="ff8000"/>
                </a:solidFill>
                <a:effectLst/>
                <a:highlight>
                  <a:srgbClr val="ffffff"/>
                </a:highlight>
                <a:uFillTx/>
                <a:latin typeface="Calibri"/>
              </a:rPr>
              <a:t>Click to edit Master title style</a:t>
            </a:r>
            <a:endParaRPr b="0" lang="en-US" sz="3200" strike="noStrike" u="none">
              <a:solidFill>
                <a:schemeClr val="dk1"/>
              </a:solidFill>
              <a:effectLst/>
              <a:uFillTx/>
              <a:latin typeface="Calibri"/>
            </a:endParaRPr>
          </a:p>
        </p:txBody>
      </p:sp>
      <p:sp>
        <p:nvSpPr>
          <p:cNvPr id="34" name="PlaceHolder 2"/>
          <p:cNvSpPr>
            <a:spLocks noGrp="1"/>
          </p:cNvSpPr>
          <p:nvPr>
            <p:ph type="body"/>
          </p:nvPr>
        </p:nvSpPr>
        <p:spPr>
          <a:xfrm>
            <a:off x="540000" y="3060000"/>
            <a:ext cx="8999640" cy="2339640"/>
          </a:xfrm>
          <a:prstGeom prst="rect">
            <a:avLst/>
          </a:prstGeom>
          <a:noFill/>
          <a:ln w="0">
            <a:noFill/>
          </a:ln>
        </p:spPr>
        <p:txBody>
          <a:bodyPr lIns="0" rIns="0" tIns="0" bIns="0" anchor="t">
            <a:noAutofit/>
          </a:bodyPr>
          <a:p>
            <a:pPr indent="0">
              <a:lnSpc>
                <a:spcPct val="100000"/>
              </a:lnSpc>
              <a:spcBef>
                <a:spcPts val="1060"/>
              </a:spcBef>
              <a:buNone/>
              <a:tabLst>
                <a:tab algn="l" pos="0"/>
              </a:tabLst>
            </a:pPr>
            <a:r>
              <a:rPr b="0" lang="en-US" sz="2400" strike="noStrike" u="none">
                <a:solidFill>
                  <a:srgbClr val="000000"/>
                </a:solidFill>
                <a:effectLst/>
                <a:highlight>
                  <a:srgbClr val="ffffff"/>
                </a:highlight>
                <a:uFillTx/>
                <a:latin typeface="Calibri"/>
              </a:rPr>
              <a:t>Click to edit Master text styles</a:t>
            </a:r>
            <a:endParaRPr b="0" lang="en-US" sz="2400" strike="noStrike" u="none">
              <a:solidFill>
                <a:schemeClr val="dk1"/>
              </a:solidFill>
              <a:effectLst/>
              <a:highlight>
                <a:srgbClr val="ffffff"/>
              </a:highlight>
              <a:uFillTx/>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35" name="Freeform: Shape 1"/>
          <p:cNvSpPr/>
          <p:nvPr/>
        </p:nvSpPr>
        <p:spPr>
          <a:xfrm rot="2337600">
            <a:off x="-1813680" y="4211280"/>
            <a:ext cx="6184800" cy="4830840"/>
          </a:xfrm>
          <a:custGeom>
            <a:avLst/>
            <a:gdLst>
              <a:gd name="textAreaLeft" fmla="*/ 0 w 6184800"/>
              <a:gd name="textAreaRight" fmla="*/ 6185160 w 6184800"/>
              <a:gd name="textAreaTop" fmla="*/ 0 h 4830840"/>
              <a:gd name="textAreaBottom" fmla="*/ 4831200 h 48308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7182" h="13421">
                <a:moveTo>
                  <a:pt x="0" y="0"/>
                </a:moveTo>
                <a:cubicBezTo>
                  <a:pt x="327" y="325"/>
                  <a:pt x="930" y="1027"/>
                  <a:pt x="1543" y="1308"/>
                </a:cubicBezTo>
                <a:cubicBezTo>
                  <a:pt x="2289" y="1650"/>
                  <a:pt x="3136" y="2262"/>
                  <a:pt x="3530" y="2758"/>
                </a:cubicBezTo>
                <a:cubicBezTo>
                  <a:pt x="3868" y="3184"/>
                  <a:pt x="5027" y="4060"/>
                  <a:pt x="5696" y="4437"/>
                </a:cubicBezTo>
                <a:cubicBezTo>
                  <a:pt x="6693" y="5000"/>
                  <a:pt x="7383" y="5645"/>
                  <a:pt x="7836" y="6118"/>
                </a:cubicBezTo>
                <a:cubicBezTo>
                  <a:pt x="8343" y="6646"/>
                  <a:pt x="9909" y="8050"/>
                  <a:pt x="10157" y="8298"/>
                </a:cubicBezTo>
                <a:cubicBezTo>
                  <a:pt x="10768" y="8909"/>
                  <a:pt x="11536" y="9199"/>
                  <a:pt x="12138" y="9755"/>
                </a:cubicBezTo>
                <a:cubicBezTo>
                  <a:pt x="12520" y="10107"/>
                  <a:pt x="12923" y="10436"/>
                  <a:pt x="13333" y="10757"/>
                </a:cubicBezTo>
                <a:cubicBezTo>
                  <a:pt x="13837" y="11152"/>
                  <a:pt x="14417" y="11458"/>
                  <a:pt x="14860" y="11920"/>
                </a:cubicBezTo>
                <a:cubicBezTo>
                  <a:pt x="15203" y="12277"/>
                  <a:pt x="15595" y="12584"/>
                  <a:pt x="15990" y="12881"/>
                </a:cubicBezTo>
                <a:cubicBezTo>
                  <a:pt x="16339" y="13144"/>
                  <a:pt x="16785" y="13241"/>
                  <a:pt x="17182" y="13421"/>
                </a:cubicBezTo>
              </a:path>
            </a:pathLst>
          </a:custGeom>
          <a:noFill/>
          <a:ln cap="rnd" w="79200">
            <a:solidFill>
              <a:srgbClr val="956134"/>
            </a:solidFill>
            <a:round/>
          </a:ln>
        </p:spPr>
        <p:style>
          <a:lnRef idx="0"/>
          <a:fillRef idx="0"/>
          <a:effectRef idx="0"/>
          <a:fontRef idx="minor"/>
        </p:style>
        <p:txBody>
          <a:bodyPr wrap="none" lIns="24840" rIns="24840" tIns="24840" bIns="2484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36" name="Group 2"/>
          <p:cNvGrpSpPr/>
          <p:nvPr/>
        </p:nvGrpSpPr>
        <p:grpSpPr>
          <a:xfrm>
            <a:off x="8123040" y="1415520"/>
            <a:ext cx="1384920" cy="1384200"/>
            <a:chOff x="8123040" y="1415520"/>
            <a:chExt cx="1384920" cy="1384200"/>
          </a:xfrm>
        </p:grpSpPr>
        <p:sp>
          <p:nvSpPr>
            <p:cNvPr id="37" name="Freeform: Shape 3"/>
            <p:cNvSpPr/>
            <p:nvPr/>
          </p:nvSpPr>
          <p:spPr>
            <a:xfrm rot="2700000">
              <a:off x="8600040" y="1690560"/>
              <a:ext cx="473760" cy="789840"/>
            </a:xfrm>
            <a:custGeom>
              <a:avLst/>
              <a:gdLst>
                <a:gd name="textAreaLeft" fmla="*/ 0 w 473760"/>
                <a:gd name="textAreaRight" fmla="*/ 474120 w 473760"/>
                <a:gd name="textAreaTop" fmla="*/ 0 h 789840"/>
                <a:gd name="textAreaBottom" fmla="*/ 790200 h 7898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8" h="2196">
                  <a:moveTo>
                    <a:pt x="0" y="0"/>
                  </a:moveTo>
                  <a:lnTo>
                    <a:pt x="0" y="2196"/>
                  </a:lnTo>
                  <a:lnTo>
                    <a:pt x="1318" y="2196"/>
                  </a:lnTo>
                  <a:lnTo>
                    <a:pt x="1318" y="0"/>
                  </a:lnTo>
                  <a:lnTo>
                    <a:pt x="1098" y="0"/>
                  </a:lnTo>
                  <a:lnTo>
                    <a:pt x="1098" y="1976"/>
                  </a:lnTo>
                  <a:lnTo>
                    <a:pt x="878" y="1976"/>
                  </a:lnTo>
                  <a:lnTo>
                    <a:pt x="878" y="0"/>
                  </a:lnTo>
                  <a:lnTo>
                    <a:pt x="439" y="0"/>
                  </a:lnTo>
                  <a:lnTo>
                    <a:pt x="439" y="1976"/>
                  </a:lnTo>
                  <a:lnTo>
                    <a:pt x="220" y="1976"/>
                  </a:lnTo>
                  <a:lnTo>
                    <a:pt x="220" y="0"/>
                  </a:lnTo>
                  <a:close/>
                </a:path>
              </a:pathLst>
            </a:custGeom>
            <a:solidFill>
              <a:srgbClr val="f3980f"/>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38" name="Freeform: Shape 4"/>
            <p:cNvSpPr/>
            <p:nvPr/>
          </p:nvSpPr>
          <p:spPr>
            <a:xfrm rot="2701800">
              <a:off x="9019440" y="1548360"/>
              <a:ext cx="474120" cy="236520"/>
            </a:xfrm>
            <a:custGeom>
              <a:avLst/>
              <a:gdLst>
                <a:gd name="textAreaLeft" fmla="*/ 0 w 474120"/>
                <a:gd name="textAreaRight" fmla="*/ 474480 w 474120"/>
                <a:gd name="textAreaTop" fmla="*/ 0 h 236520"/>
                <a:gd name="textAreaBottom" fmla="*/ 236880 h 23652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9" h="659">
                  <a:moveTo>
                    <a:pt x="1" y="659"/>
                  </a:moveTo>
                  <a:lnTo>
                    <a:pt x="0" y="184"/>
                  </a:lnTo>
                  <a:cubicBezTo>
                    <a:pt x="0" y="152"/>
                    <a:pt x="8" y="120"/>
                    <a:pt x="24" y="92"/>
                  </a:cubicBezTo>
                  <a:cubicBezTo>
                    <a:pt x="40" y="64"/>
                    <a:pt x="63" y="41"/>
                    <a:pt x="91" y="25"/>
                  </a:cubicBezTo>
                  <a:cubicBezTo>
                    <a:pt x="119" y="9"/>
                    <a:pt x="151" y="1"/>
                    <a:pt x="183" y="0"/>
                  </a:cubicBezTo>
                  <a:lnTo>
                    <a:pt x="1135" y="0"/>
                  </a:lnTo>
                  <a:cubicBezTo>
                    <a:pt x="1167" y="0"/>
                    <a:pt x="1199" y="8"/>
                    <a:pt x="1227" y="24"/>
                  </a:cubicBezTo>
                  <a:cubicBezTo>
                    <a:pt x="1254" y="41"/>
                    <a:pt x="1278" y="64"/>
                    <a:pt x="1294" y="91"/>
                  </a:cubicBezTo>
                  <a:cubicBezTo>
                    <a:pt x="1310" y="119"/>
                    <a:pt x="1318" y="151"/>
                    <a:pt x="1318" y="183"/>
                  </a:cubicBezTo>
                  <a:lnTo>
                    <a:pt x="1319" y="659"/>
                  </a:lnTo>
                  <a:close/>
                </a:path>
              </a:pathLst>
            </a:custGeom>
            <a:solidFill>
              <a:srgbClr val="78171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39" name="Group 5"/>
            <p:cNvGrpSpPr/>
            <p:nvPr/>
          </p:nvGrpSpPr>
          <p:grpSpPr>
            <a:xfrm>
              <a:off x="8123040" y="2253960"/>
              <a:ext cx="546120" cy="545760"/>
              <a:chOff x="8123040" y="2253960"/>
              <a:chExt cx="546120" cy="545760"/>
            </a:xfrm>
          </p:grpSpPr>
          <p:sp>
            <p:nvSpPr>
              <p:cNvPr id="40" name="Freeform: Shape 6"/>
              <p:cNvSpPr/>
              <p:nvPr/>
            </p:nvSpPr>
            <p:spPr>
              <a:xfrm rot="2696400">
                <a:off x="8159040" y="2377440"/>
                <a:ext cx="473400" cy="298800"/>
              </a:xfrm>
              <a:custGeom>
                <a:avLst/>
                <a:gdLst>
                  <a:gd name="textAreaLeft" fmla="*/ 0 w 473400"/>
                  <a:gd name="textAreaRight" fmla="*/ 473760 w 473400"/>
                  <a:gd name="textAreaTop" fmla="*/ 0 h 298800"/>
                  <a:gd name="textAreaBottom" fmla="*/ 299160 h 29880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7" h="832">
                    <a:moveTo>
                      <a:pt x="1317" y="1"/>
                    </a:moveTo>
                    <a:lnTo>
                      <a:pt x="658" y="832"/>
                    </a:lnTo>
                    <a:lnTo>
                      <a:pt x="0" y="0"/>
                    </a:lnTo>
                    <a:close/>
                  </a:path>
                </a:pathLst>
              </a:custGeom>
              <a:solidFill>
                <a:srgbClr val="f5b09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41" name="Freeform: Shape 7"/>
              <p:cNvSpPr/>
              <p:nvPr/>
            </p:nvSpPr>
            <p:spPr>
              <a:xfrm rot="2700000">
                <a:off x="8224560" y="2506320"/>
                <a:ext cx="236520" cy="147960"/>
              </a:xfrm>
              <a:custGeom>
                <a:avLst/>
                <a:gdLst>
                  <a:gd name="textAreaLeft" fmla="*/ 0 w 236520"/>
                  <a:gd name="textAreaRight" fmla="*/ 236880 w 236520"/>
                  <a:gd name="textAreaTop" fmla="*/ 0 h 147960"/>
                  <a:gd name="textAreaBottom" fmla="*/ 148320 h 14796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59" h="413">
                    <a:moveTo>
                      <a:pt x="659" y="0"/>
                    </a:moveTo>
                    <a:lnTo>
                      <a:pt x="329" y="413"/>
                    </a:lnTo>
                    <a:lnTo>
                      <a:pt x="0" y="0"/>
                    </a:lnTo>
                    <a:close/>
                  </a:path>
                </a:pathLst>
              </a:custGeom>
              <a:solidFill>
                <a:srgbClr val="00000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grpSp>
      <p:sp>
        <p:nvSpPr>
          <p:cNvPr id="42" name="PlaceHolder 1"/>
          <p:cNvSpPr>
            <a:spLocks noGrp="1"/>
          </p:cNvSpPr>
          <p:nvPr>
            <p:ph type="title"/>
          </p:nvPr>
        </p:nvSpPr>
        <p:spPr>
          <a:xfrm>
            <a:off x="687240" y="1414440"/>
            <a:ext cx="8694360" cy="2356920"/>
          </a:xfrm>
          <a:prstGeom prst="rect">
            <a:avLst/>
          </a:prstGeom>
          <a:noFill/>
          <a:ln w="0">
            <a:noFill/>
          </a:ln>
        </p:spPr>
        <p:txBody>
          <a:bodyPr lIns="0" rIns="0" tIns="0" bIns="0" anchor="b">
            <a:noAutofit/>
          </a:bodyPr>
          <a:p>
            <a:pPr indent="0" algn="ctr">
              <a:lnSpc>
                <a:spcPct val="100000"/>
              </a:lnSpc>
              <a:buNone/>
            </a:pPr>
            <a:r>
              <a:rPr b="0" lang="en-US" sz="6000" strike="noStrike" u="none">
                <a:solidFill>
                  <a:srgbClr val="ff8000"/>
                </a:solidFill>
                <a:effectLst/>
                <a:highlight>
                  <a:srgbClr val="ffffff"/>
                </a:highlight>
                <a:uFillTx/>
                <a:latin typeface="Calibri"/>
              </a:rPr>
              <a:t>Click to edit Master title style</a:t>
            </a:r>
            <a:endParaRPr b="0" lang="en-US" sz="6000" strike="noStrike" u="none">
              <a:solidFill>
                <a:schemeClr val="dk1"/>
              </a:solidFill>
              <a:effectLst/>
              <a:uFillTx/>
              <a:latin typeface="Calibri"/>
            </a:endParaRPr>
          </a:p>
        </p:txBody>
      </p:sp>
      <p:sp>
        <p:nvSpPr>
          <p:cNvPr id="43" name="PlaceHolder 2"/>
          <p:cNvSpPr>
            <a:spLocks noGrp="1"/>
          </p:cNvSpPr>
          <p:nvPr>
            <p:ph type="body"/>
          </p:nvPr>
        </p:nvSpPr>
        <p:spPr>
          <a:xfrm>
            <a:off x="687240" y="3794040"/>
            <a:ext cx="8694360" cy="1240920"/>
          </a:xfrm>
          <a:prstGeom prst="rect">
            <a:avLst/>
          </a:prstGeom>
          <a:noFill/>
          <a:ln w="0">
            <a:noFill/>
          </a:ln>
        </p:spPr>
        <p:txBody>
          <a:bodyPr lIns="0" rIns="0" tIns="0" bIns="0" anchor="t">
            <a:noAutofit/>
          </a:bodyPr>
          <a:p>
            <a:pPr indent="0">
              <a:lnSpc>
                <a:spcPct val="100000"/>
              </a:lnSpc>
              <a:spcBef>
                <a:spcPts val="1060"/>
              </a:spcBef>
              <a:buNone/>
              <a:tabLst>
                <a:tab algn="l" pos="0"/>
              </a:tabLst>
            </a:pPr>
            <a:r>
              <a:rPr b="0" lang="en-US" sz="2400" strike="noStrike" u="none">
                <a:solidFill>
                  <a:schemeClr val="dk1">
                    <a:tint val="75000"/>
                  </a:schemeClr>
                </a:solidFill>
                <a:effectLst/>
                <a:highlight>
                  <a:srgbClr val="ffffff"/>
                </a:highlight>
                <a:uFillTx/>
                <a:latin typeface="Calibri"/>
              </a:rPr>
              <a:t>Click to edit Master text styles</a:t>
            </a:r>
            <a:endParaRPr b="0" lang="en-US" sz="2400" strike="noStrike" u="none">
              <a:solidFill>
                <a:schemeClr val="dk1"/>
              </a:solidFill>
              <a:effectLst/>
              <a:highlight>
                <a:srgbClr val="ffffff"/>
              </a:highlight>
              <a:uFillTx/>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44" name="Freeform: Shape 1"/>
          <p:cNvSpPr/>
          <p:nvPr/>
        </p:nvSpPr>
        <p:spPr>
          <a:xfrm rot="2337600">
            <a:off x="-1813680" y="4211280"/>
            <a:ext cx="6184800" cy="4830840"/>
          </a:xfrm>
          <a:custGeom>
            <a:avLst/>
            <a:gdLst>
              <a:gd name="textAreaLeft" fmla="*/ 0 w 6184800"/>
              <a:gd name="textAreaRight" fmla="*/ 6185160 w 6184800"/>
              <a:gd name="textAreaTop" fmla="*/ 0 h 4830840"/>
              <a:gd name="textAreaBottom" fmla="*/ 4831200 h 48308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7182" h="13421">
                <a:moveTo>
                  <a:pt x="0" y="0"/>
                </a:moveTo>
                <a:cubicBezTo>
                  <a:pt x="327" y="325"/>
                  <a:pt x="930" y="1027"/>
                  <a:pt x="1543" y="1308"/>
                </a:cubicBezTo>
                <a:cubicBezTo>
                  <a:pt x="2289" y="1650"/>
                  <a:pt x="3136" y="2262"/>
                  <a:pt x="3530" y="2758"/>
                </a:cubicBezTo>
                <a:cubicBezTo>
                  <a:pt x="3868" y="3184"/>
                  <a:pt x="5027" y="4060"/>
                  <a:pt x="5696" y="4437"/>
                </a:cubicBezTo>
                <a:cubicBezTo>
                  <a:pt x="6693" y="5000"/>
                  <a:pt x="7383" y="5645"/>
                  <a:pt x="7836" y="6118"/>
                </a:cubicBezTo>
                <a:cubicBezTo>
                  <a:pt x="8343" y="6646"/>
                  <a:pt x="9909" y="8050"/>
                  <a:pt x="10157" y="8298"/>
                </a:cubicBezTo>
                <a:cubicBezTo>
                  <a:pt x="10768" y="8909"/>
                  <a:pt x="11536" y="9199"/>
                  <a:pt x="12138" y="9755"/>
                </a:cubicBezTo>
                <a:cubicBezTo>
                  <a:pt x="12520" y="10107"/>
                  <a:pt x="12923" y="10436"/>
                  <a:pt x="13333" y="10757"/>
                </a:cubicBezTo>
                <a:cubicBezTo>
                  <a:pt x="13837" y="11152"/>
                  <a:pt x="14417" y="11458"/>
                  <a:pt x="14860" y="11920"/>
                </a:cubicBezTo>
                <a:cubicBezTo>
                  <a:pt x="15203" y="12277"/>
                  <a:pt x="15595" y="12584"/>
                  <a:pt x="15990" y="12881"/>
                </a:cubicBezTo>
                <a:cubicBezTo>
                  <a:pt x="16339" y="13144"/>
                  <a:pt x="16785" y="13241"/>
                  <a:pt x="17182" y="13421"/>
                </a:cubicBezTo>
              </a:path>
            </a:pathLst>
          </a:custGeom>
          <a:noFill/>
          <a:ln cap="rnd" w="79200">
            <a:solidFill>
              <a:srgbClr val="956134"/>
            </a:solidFill>
            <a:round/>
          </a:ln>
        </p:spPr>
        <p:style>
          <a:lnRef idx="0"/>
          <a:fillRef idx="0"/>
          <a:effectRef idx="0"/>
          <a:fontRef idx="minor"/>
        </p:style>
        <p:txBody>
          <a:bodyPr wrap="none" lIns="24840" rIns="24840" tIns="24840" bIns="2484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45" name="Group 2"/>
          <p:cNvGrpSpPr/>
          <p:nvPr/>
        </p:nvGrpSpPr>
        <p:grpSpPr>
          <a:xfrm>
            <a:off x="8123040" y="1415520"/>
            <a:ext cx="1384920" cy="1384200"/>
            <a:chOff x="8123040" y="1415520"/>
            <a:chExt cx="1384920" cy="1384200"/>
          </a:xfrm>
        </p:grpSpPr>
        <p:sp>
          <p:nvSpPr>
            <p:cNvPr id="46" name="Freeform: Shape 3"/>
            <p:cNvSpPr/>
            <p:nvPr/>
          </p:nvSpPr>
          <p:spPr>
            <a:xfrm rot="2700000">
              <a:off x="8600040" y="1690560"/>
              <a:ext cx="473760" cy="789840"/>
            </a:xfrm>
            <a:custGeom>
              <a:avLst/>
              <a:gdLst>
                <a:gd name="textAreaLeft" fmla="*/ 0 w 473760"/>
                <a:gd name="textAreaRight" fmla="*/ 474120 w 473760"/>
                <a:gd name="textAreaTop" fmla="*/ 0 h 789840"/>
                <a:gd name="textAreaBottom" fmla="*/ 790200 h 7898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8" h="2196">
                  <a:moveTo>
                    <a:pt x="0" y="0"/>
                  </a:moveTo>
                  <a:lnTo>
                    <a:pt x="0" y="2196"/>
                  </a:lnTo>
                  <a:lnTo>
                    <a:pt x="1318" y="2196"/>
                  </a:lnTo>
                  <a:lnTo>
                    <a:pt x="1318" y="0"/>
                  </a:lnTo>
                  <a:lnTo>
                    <a:pt x="1098" y="0"/>
                  </a:lnTo>
                  <a:lnTo>
                    <a:pt x="1098" y="1976"/>
                  </a:lnTo>
                  <a:lnTo>
                    <a:pt x="878" y="1976"/>
                  </a:lnTo>
                  <a:lnTo>
                    <a:pt x="878" y="0"/>
                  </a:lnTo>
                  <a:lnTo>
                    <a:pt x="439" y="0"/>
                  </a:lnTo>
                  <a:lnTo>
                    <a:pt x="439" y="1976"/>
                  </a:lnTo>
                  <a:lnTo>
                    <a:pt x="220" y="1976"/>
                  </a:lnTo>
                  <a:lnTo>
                    <a:pt x="220" y="0"/>
                  </a:lnTo>
                  <a:close/>
                </a:path>
              </a:pathLst>
            </a:custGeom>
            <a:solidFill>
              <a:srgbClr val="f3980f"/>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47" name="Freeform: Shape 4"/>
            <p:cNvSpPr/>
            <p:nvPr/>
          </p:nvSpPr>
          <p:spPr>
            <a:xfrm rot="2701800">
              <a:off x="9019440" y="1548360"/>
              <a:ext cx="474120" cy="236520"/>
            </a:xfrm>
            <a:custGeom>
              <a:avLst/>
              <a:gdLst>
                <a:gd name="textAreaLeft" fmla="*/ 0 w 474120"/>
                <a:gd name="textAreaRight" fmla="*/ 474480 w 474120"/>
                <a:gd name="textAreaTop" fmla="*/ 0 h 236520"/>
                <a:gd name="textAreaBottom" fmla="*/ 236880 h 23652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9" h="659">
                  <a:moveTo>
                    <a:pt x="1" y="659"/>
                  </a:moveTo>
                  <a:lnTo>
                    <a:pt x="0" y="184"/>
                  </a:lnTo>
                  <a:cubicBezTo>
                    <a:pt x="0" y="152"/>
                    <a:pt x="8" y="120"/>
                    <a:pt x="24" y="92"/>
                  </a:cubicBezTo>
                  <a:cubicBezTo>
                    <a:pt x="40" y="64"/>
                    <a:pt x="63" y="41"/>
                    <a:pt x="91" y="25"/>
                  </a:cubicBezTo>
                  <a:cubicBezTo>
                    <a:pt x="119" y="9"/>
                    <a:pt x="151" y="1"/>
                    <a:pt x="183" y="0"/>
                  </a:cubicBezTo>
                  <a:lnTo>
                    <a:pt x="1135" y="0"/>
                  </a:lnTo>
                  <a:cubicBezTo>
                    <a:pt x="1167" y="0"/>
                    <a:pt x="1199" y="8"/>
                    <a:pt x="1227" y="24"/>
                  </a:cubicBezTo>
                  <a:cubicBezTo>
                    <a:pt x="1254" y="41"/>
                    <a:pt x="1278" y="64"/>
                    <a:pt x="1294" y="91"/>
                  </a:cubicBezTo>
                  <a:cubicBezTo>
                    <a:pt x="1310" y="119"/>
                    <a:pt x="1318" y="151"/>
                    <a:pt x="1318" y="183"/>
                  </a:cubicBezTo>
                  <a:lnTo>
                    <a:pt x="1319" y="659"/>
                  </a:lnTo>
                  <a:close/>
                </a:path>
              </a:pathLst>
            </a:custGeom>
            <a:solidFill>
              <a:srgbClr val="78171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48" name="Group 5"/>
            <p:cNvGrpSpPr/>
            <p:nvPr/>
          </p:nvGrpSpPr>
          <p:grpSpPr>
            <a:xfrm>
              <a:off x="8123040" y="2253960"/>
              <a:ext cx="546120" cy="545760"/>
              <a:chOff x="8123040" y="2253960"/>
              <a:chExt cx="546120" cy="545760"/>
            </a:xfrm>
          </p:grpSpPr>
          <p:sp>
            <p:nvSpPr>
              <p:cNvPr id="49" name="Freeform: Shape 6"/>
              <p:cNvSpPr/>
              <p:nvPr/>
            </p:nvSpPr>
            <p:spPr>
              <a:xfrm rot="2696400">
                <a:off x="8159040" y="2377440"/>
                <a:ext cx="473400" cy="298800"/>
              </a:xfrm>
              <a:custGeom>
                <a:avLst/>
                <a:gdLst>
                  <a:gd name="textAreaLeft" fmla="*/ 0 w 473400"/>
                  <a:gd name="textAreaRight" fmla="*/ 473760 w 473400"/>
                  <a:gd name="textAreaTop" fmla="*/ 0 h 298800"/>
                  <a:gd name="textAreaBottom" fmla="*/ 299160 h 29880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7" h="832">
                    <a:moveTo>
                      <a:pt x="1317" y="1"/>
                    </a:moveTo>
                    <a:lnTo>
                      <a:pt x="658" y="832"/>
                    </a:lnTo>
                    <a:lnTo>
                      <a:pt x="0" y="0"/>
                    </a:lnTo>
                    <a:close/>
                  </a:path>
                </a:pathLst>
              </a:custGeom>
              <a:solidFill>
                <a:srgbClr val="f5b09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50" name="Freeform: Shape 7"/>
              <p:cNvSpPr/>
              <p:nvPr/>
            </p:nvSpPr>
            <p:spPr>
              <a:xfrm rot="2700000">
                <a:off x="8224560" y="2506320"/>
                <a:ext cx="236520" cy="147960"/>
              </a:xfrm>
              <a:custGeom>
                <a:avLst/>
                <a:gdLst>
                  <a:gd name="textAreaLeft" fmla="*/ 0 w 236520"/>
                  <a:gd name="textAreaRight" fmla="*/ 236880 w 236520"/>
                  <a:gd name="textAreaTop" fmla="*/ 0 h 147960"/>
                  <a:gd name="textAreaBottom" fmla="*/ 148320 h 14796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59" h="413">
                    <a:moveTo>
                      <a:pt x="659" y="0"/>
                    </a:moveTo>
                    <a:lnTo>
                      <a:pt x="329" y="413"/>
                    </a:lnTo>
                    <a:lnTo>
                      <a:pt x="0" y="0"/>
                    </a:lnTo>
                    <a:close/>
                  </a:path>
                </a:pathLst>
              </a:custGeom>
              <a:solidFill>
                <a:srgbClr val="00000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grpSp>
      <p:sp>
        <p:nvSpPr>
          <p:cNvPr id="51" name="PlaceHolder 1"/>
          <p:cNvSpPr>
            <a:spLocks noGrp="1"/>
          </p:cNvSpPr>
          <p:nvPr>
            <p:ph type="title"/>
          </p:nvPr>
        </p:nvSpPr>
        <p:spPr>
          <a:xfrm>
            <a:off x="540000" y="1620000"/>
            <a:ext cx="7559640" cy="989640"/>
          </a:xfrm>
          <a:prstGeom prst="rect">
            <a:avLst/>
          </a:prstGeom>
          <a:noFill/>
          <a:ln w="0">
            <a:noFill/>
          </a:ln>
        </p:spPr>
        <p:txBody>
          <a:bodyPr lIns="0" rIns="0" tIns="0" bIns="0" anchor="ctr">
            <a:noAutofit/>
          </a:bodyPr>
          <a:p>
            <a:pPr indent="0" algn="ctr">
              <a:lnSpc>
                <a:spcPct val="100000"/>
              </a:lnSpc>
              <a:buNone/>
            </a:pPr>
            <a:r>
              <a:rPr b="0" lang="en-US" sz="3200" strike="noStrike" u="none">
                <a:solidFill>
                  <a:srgbClr val="ff8000"/>
                </a:solidFill>
                <a:effectLst/>
                <a:highlight>
                  <a:srgbClr val="ffffff"/>
                </a:highlight>
                <a:uFillTx/>
                <a:latin typeface="Calibri"/>
              </a:rPr>
              <a:t>Click to edit Master title style</a:t>
            </a:r>
            <a:endParaRPr b="0" lang="en-US" sz="3200" strike="noStrike" u="none">
              <a:solidFill>
                <a:schemeClr val="dk1"/>
              </a:solidFill>
              <a:effectLst/>
              <a:uFillTx/>
              <a:latin typeface="Calibri"/>
            </a:endParaRPr>
          </a:p>
        </p:txBody>
      </p:sp>
      <p:sp>
        <p:nvSpPr>
          <p:cNvPr id="52" name="PlaceHolder 2"/>
          <p:cNvSpPr>
            <a:spLocks noGrp="1"/>
          </p:cNvSpPr>
          <p:nvPr>
            <p:ph type="body"/>
          </p:nvPr>
        </p:nvSpPr>
        <p:spPr>
          <a:xfrm>
            <a:off x="539640" y="3060720"/>
            <a:ext cx="4422240" cy="2339640"/>
          </a:xfrm>
          <a:prstGeom prst="rect">
            <a:avLst/>
          </a:prstGeom>
          <a:noFill/>
          <a:ln w="0">
            <a:noFill/>
          </a:ln>
        </p:spPr>
        <p:txBody>
          <a:bodyPr lIns="0" rIns="0" tIns="0" bIns="0" anchor="t">
            <a:noAutofit/>
          </a:bodyPr>
          <a:p>
            <a:pPr indent="0">
              <a:lnSpc>
                <a:spcPct val="100000"/>
              </a:lnSpc>
              <a:spcBef>
                <a:spcPts val="1060"/>
              </a:spcBef>
              <a:buNone/>
              <a:tabLst>
                <a:tab algn="l" pos="0"/>
              </a:tabLst>
            </a:pPr>
            <a:r>
              <a:rPr b="0" lang="en-US" sz="2400" strike="noStrike" u="none">
                <a:solidFill>
                  <a:srgbClr val="000000"/>
                </a:solidFill>
                <a:effectLst/>
                <a:highlight>
                  <a:srgbClr val="ffffff"/>
                </a:highlight>
                <a:uFillTx/>
                <a:latin typeface="Calibri"/>
              </a:rPr>
              <a:t>Click to edit Master text </a:t>
            </a:r>
            <a:r>
              <a:rPr b="0" lang="en-US" sz="2400" strike="noStrike" u="none">
                <a:solidFill>
                  <a:srgbClr val="000000"/>
                </a:solidFill>
                <a:effectLst/>
                <a:highlight>
                  <a:srgbClr val="ffffff"/>
                </a:highlight>
                <a:uFillTx/>
                <a:latin typeface="Calibri"/>
              </a:rPr>
              <a:t>styles</a:t>
            </a:r>
            <a:endParaRPr b="0" lang="en-US" sz="2400" strike="noStrike" u="none">
              <a:solidFill>
                <a:schemeClr val="dk1"/>
              </a:solidFill>
              <a:effectLst/>
              <a:highlight>
                <a:srgbClr val="ffffff"/>
              </a:highlight>
              <a:uFillTx/>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53" name="PlaceHolder 3"/>
          <p:cNvSpPr>
            <a:spLocks noGrp="1"/>
          </p:cNvSpPr>
          <p:nvPr>
            <p:ph type="body"/>
          </p:nvPr>
        </p:nvSpPr>
        <p:spPr>
          <a:xfrm>
            <a:off x="5114880" y="3060720"/>
            <a:ext cx="4424040" cy="2339640"/>
          </a:xfrm>
          <a:prstGeom prst="rect">
            <a:avLst/>
          </a:prstGeom>
          <a:noFill/>
          <a:ln w="0">
            <a:noFill/>
          </a:ln>
        </p:spPr>
        <p:txBody>
          <a:bodyPr lIns="0" rIns="0" tIns="0" bIns="0" anchor="t">
            <a:noAutofit/>
          </a:bodyPr>
          <a:p>
            <a:pPr indent="0">
              <a:lnSpc>
                <a:spcPct val="100000"/>
              </a:lnSpc>
              <a:spcBef>
                <a:spcPts val="1060"/>
              </a:spcBef>
              <a:buNone/>
              <a:tabLst>
                <a:tab algn="l" pos="0"/>
              </a:tabLst>
            </a:pPr>
            <a:r>
              <a:rPr b="0" lang="en-US" sz="2400" strike="noStrike" u="none">
                <a:solidFill>
                  <a:srgbClr val="000000"/>
                </a:solidFill>
                <a:effectLst/>
                <a:highlight>
                  <a:srgbClr val="ffffff"/>
                </a:highlight>
                <a:uFillTx/>
                <a:latin typeface="Calibri"/>
              </a:rPr>
              <a:t>Click to edit Master text styles</a:t>
            </a:r>
            <a:endParaRPr b="0" lang="en-US" sz="2400" strike="noStrike" u="none">
              <a:solidFill>
                <a:schemeClr val="dk1"/>
              </a:solidFill>
              <a:effectLst/>
              <a:highlight>
                <a:srgbClr val="ffffff"/>
              </a:highlight>
              <a:uFillTx/>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54" name="Freeform: Shape 1"/>
          <p:cNvSpPr/>
          <p:nvPr/>
        </p:nvSpPr>
        <p:spPr>
          <a:xfrm rot="2337600">
            <a:off x="-1813680" y="4211280"/>
            <a:ext cx="6184800" cy="4830840"/>
          </a:xfrm>
          <a:custGeom>
            <a:avLst/>
            <a:gdLst>
              <a:gd name="textAreaLeft" fmla="*/ 0 w 6184800"/>
              <a:gd name="textAreaRight" fmla="*/ 6185160 w 6184800"/>
              <a:gd name="textAreaTop" fmla="*/ 0 h 4830840"/>
              <a:gd name="textAreaBottom" fmla="*/ 4831200 h 48308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7182" h="13421">
                <a:moveTo>
                  <a:pt x="0" y="0"/>
                </a:moveTo>
                <a:cubicBezTo>
                  <a:pt x="327" y="325"/>
                  <a:pt x="930" y="1027"/>
                  <a:pt x="1543" y="1308"/>
                </a:cubicBezTo>
                <a:cubicBezTo>
                  <a:pt x="2289" y="1650"/>
                  <a:pt x="3136" y="2262"/>
                  <a:pt x="3530" y="2758"/>
                </a:cubicBezTo>
                <a:cubicBezTo>
                  <a:pt x="3868" y="3184"/>
                  <a:pt x="5027" y="4060"/>
                  <a:pt x="5696" y="4437"/>
                </a:cubicBezTo>
                <a:cubicBezTo>
                  <a:pt x="6693" y="5000"/>
                  <a:pt x="7383" y="5645"/>
                  <a:pt x="7836" y="6118"/>
                </a:cubicBezTo>
                <a:cubicBezTo>
                  <a:pt x="8343" y="6646"/>
                  <a:pt x="9909" y="8050"/>
                  <a:pt x="10157" y="8298"/>
                </a:cubicBezTo>
                <a:cubicBezTo>
                  <a:pt x="10768" y="8909"/>
                  <a:pt x="11536" y="9199"/>
                  <a:pt x="12138" y="9755"/>
                </a:cubicBezTo>
                <a:cubicBezTo>
                  <a:pt x="12520" y="10107"/>
                  <a:pt x="12923" y="10436"/>
                  <a:pt x="13333" y="10757"/>
                </a:cubicBezTo>
                <a:cubicBezTo>
                  <a:pt x="13837" y="11152"/>
                  <a:pt x="14417" y="11458"/>
                  <a:pt x="14860" y="11920"/>
                </a:cubicBezTo>
                <a:cubicBezTo>
                  <a:pt x="15203" y="12277"/>
                  <a:pt x="15595" y="12584"/>
                  <a:pt x="15990" y="12881"/>
                </a:cubicBezTo>
                <a:cubicBezTo>
                  <a:pt x="16339" y="13144"/>
                  <a:pt x="16785" y="13241"/>
                  <a:pt x="17182" y="13421"/>
                </a:cubicBezTo>
              </a:path>
            </a:pathLst>
          </a:custGeom>
          <a:noFill/>
          <a:ln cap="rnd" w="79200">
            <a:solidFill>
              <a:srgbClr val="956134"/>
            </a:solidFill>
            <a:round/>
          </a:ln>
        </p:spPr>
        <p:style>
          <a:lnRef idx="0"/>
          <a:fillRef idx="0"/>
          <a:effectRef idx="0"/>
          <a:fontRef idx="minor"/>
        </p:style>
        <p:txBody>
          <a:bodyPr wrap="none" lIns="24840" rIns="24840" tIns="24840" bIns="2484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55" name="Group 2"/>
          <p:cNvGrpSpPr/>
          <p:nvPr/>
        </p:nvGrpSpPr>
        <p:grpSpPr>
          <a:xfrm>
            <a:off x="8123040" y="1415520"/>
            <a:ext cx="1384920" cy="1384200"/>
            <a:chOff x="8123040" y="1415520"/>
            <a:chExt cx="1384920" cy="1384200"/>
          </a:xfrm>
        </p:grpSpPr>
        <p:sp>
          <p:nvSpPr>
            <p:cNvPr id="56" name="Freeform: Shape 3"/>
            <p:cNvSpPr/>
            <p:nvPr/>
          </p:nvSpPr>
          <p:spPr>
            <a:xfrm rot="2700000">
              <a:off x="8600040" y="1690560"/>
              <a:ext cx="473760" cy="789840"/>
            </a:xfrm>
            <a:custGeom>
              <a:avLst/>
              <a:gdLst>
                <a:gd name="textAreaLeft" fmla="*/ 0 w 473760"/>
                <a:gd name="textAreaRight" fmla="*/ 474120 w 473760"/>
                <a:gd name="textAreaTop" fmla="*/ 0 h 789840"/>
                <a:gd name="textAreaBottom" fmla="*/ 790200 h 7898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8" h="2196">
                  <a:moveTo>
                    <a:pt x="0" y="0"/>
                  </a:moveTo>
                  <a:lnTo>
                    <a:pt x="0" y="2196"/>
                  </a:lnTo>
                  <a:lnTo>
                    <a:pt x="1318" y="2196"/>
                  </a:lnTo>
                  <a:lnTo>
                    <a:pt x="1318" y="0"/>
                  </a:lnTo>
                  <a:lnTo>
                    <a:pt x="1098" y="0"/>
                  </a:lnTo>
                  <a:lnTo>
                    <a:pt x="1098" y="1976"/>
                  </a:lnTo>
                  <a:lnTo>
                    <a:pt x="878" y="1976"/>
                  </a:lnTo>
                  <a:lnTo>
                    <a:pt x="878" y="0"/>
                  </a:lnTo>
                  <a:lnTo>
                    <a:pt x="439" y="0"/>
                  </a:lnTo>
                  <a:lnTo>
                    <a:pt x="439" y="1976"/>
                  </a:lnTo>
                  <a:lnTo>
                    <a:pt x="220" y="1976"/>
                  </a:lnTo>
                  <a:lnTo>
                    <a:pt x="220" y="0"/>
                  </a:lnTo>
                  <a:close/>
                </a:path>
              </a:pathLst>
            </a:custGeom>
            <a:solidFill>
              <a:srgbClr val="f3980f"/>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57" name="Freeform: Shape 4"/>
            <p:cNvSpPr/>
            <p:nvPr/>
          </p:nvSpPr>
          <p:spPr>
            <a:xfrm rot="2701800">
              <a:off x="9019440" y="1548360"/>
              <a:ext cx="474120" cy="236520"/>
            </a:xfrm>
            <a:custGeom>
              <a:avLst/>
              <a:gdLst>
                <a:gd name="textAreaLeft" fmla="*/ 0 w 474120"/>
                <a:gd name="textAreaRight" fmla="*/ 474480 w 474120"/>
                <a:gd name="textAreaTop" fmla="*/ 0 h 236520"/>
                <a:gd name="textAreaBottom" fmla="*/ 236880 h 23652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9" h="659">
                  <a:moveTo>
                    <a:pt x="1" y="659"/>
                  </a:moveTo>
                  <a:lnTo>
                    <a:pt x="0" y="184"/>
                  </a:lnTo>
                  <a:cubicBezTo>
                    <a:pt x="0" y="152"/>
                    <a:pt x="8" y="120"/>
                    <a:pt x="24" y="92"/>
                  </a:cubicBezTo>
                  <a:cubicBezTo>
                    <a:pt x="40" y="64"/>
                    <a:pt x="63" y="41"/>
                    <a:pt x="91" y="25"/>
                  </a:cubicBezTo>
                  <a:cubicBezTo>
                    <a:pt x="119" y="9"/>
                    <a:pt x="151" y="1"/>
                    <a:pt x="183" y="0"/>
                  </a:cubicBezTo>
                  <a:lnTo>
                    <a:pt x="1135" y="0"/>
                  </a:lnTo>
                  <a:cubicBezTo>
                    <a:pt x="1167" y="0"/>
                    <a:pt x="1199" y="8"/>
                    <a:pt x="1227" y="24"/>
                  </a:cubicBezTo>
                  <a:cubicBezTo>
                    <a:pt x="1254" y="41"/>
                    <a:pt x="1278" y="64"/>
                    <a:pt x="1294" y="91"/>
                  </a:cubicBezTo>
                  <a:cubicBezTo>
                    <a:pt x="1310" y="119"/>
                    <a:pt x="1318" y="151"/>
                    <a:pt x="1318" y="183"/>
                  </a:cubicBezTo>
                  <a:lnTo>
                    <a:pt x="1319" y="659"/>
                  </a:lnTo>
                  <a:close/>
                </a:path>
              </a:pathLst>
            </a:custGeom>
            <a:solidFill>
              <a:srgbClr val="78171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58" name="Group 5"/>
            <p:cNvGrpSpPr/>
            <p:nvPr/>
          </p:nvGrpSpPr>
          <p:grpSpPr>
            <a:xfrm>
              <a:off x="8123040" y="2253960"/>
              <a:ext cx="546120" cy="545760"/>
              <a:chOff x="8123040" y="2253960"/>
              <a:chExt cx="546120" cy="545760"/>
            </a:xfrm>
          </p:grpSpPr>
          <p:sp>
            <p:nvSpPr>
              <p:cNvPr id="59" name="Freeform: Shape 6"/>
              <p:cNvSpPr/>
              <p:nvPr/>
            </p:nvSpPr>
            <p:spPr>
              <a:xfrm rot="2696400">
                <a:off x="8159040" y="2377440"/>
                <a:ext cx="473400" cy="298800"/>
              </a:xfrm>
              <a:custGeom>
                <a:avLst/>
                <a:gdLst>
                  <a:gd name="textAreaLeft" fmla="*/ 0 w 473400"/>
                  <a:gd name="textAreaRight" fmla="*/ 473760 w 473400"/>
                  <a:gd name="textAreaTop" fmla="*/ 0 h 298800"/>
                  <a:gd name="textAreaBottom" fmla="*/ 299160 h 29880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7" h="832">
                    <a:moveTo>
                      <a:pt x="1317" y="1"/>
                    </a:moveTo>
                    <a:lnTo>
                      <a:pt x="658" y="832"/>
                    </a:lnTo>
                    <a:lnTo>
                      <a:pt x="0" y="0"/>
                    </a:lnTo>
                    <a:close/>
                  </a:path>
                </a:pathLst>
              </a:custGeom>
              <a:solidFill>
                <a:srgbClr val="f5b09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60" name="Freeform: Shape 7"/>
              <p:cNvSpPr/>
              <p:nvPr/>
            </p:nvSpPr>
            <p:spPr>
              <a:xfrm rot="2700000">
                <a:off x="8224560" y="2506320"/>
                <a:ext cx="236520" cy="147960"/>
              </a:xfrm>
              <a:custGeom>
                <a:avLst/>
                <a:gdLst>
                  <a:gd name="textAreaLeft" fmla="*/ 0 w 236520"/>
                  <a:gd name="textAreaRight" fmla="*/ 236880 w 236520"/>
                  <a:gd name="textAreaTop" fmla="*/ 0 h 147960"/>
                  <a:gd name="textAreaBottom" fmla="*/ 148320 h 14796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59" h="413">
                    <a:moveTo>
                      <a:pt x="659" y="0"/>
                    </a:moveTo>
                    <a:lnTo>
                      <a:pt x="329" y="413"/>
                    </a:lnTo>
                    <a:lnTo>
                      <a:pt x="0" y="0"/>
                    </a:lnTo>
                    <a:close/>
                  </a:path>
                </a:pathLst>
              </a:custGeom>
              <a:solidFill>
                <a:srgbClr val="00000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grpSp>
      <p:sp>
        <p:nvSpPr>
          <p:cNvPr id="61" name="PlaceHolder 1"/>
          <p:cNvSpPr>
            <a:spLocks noGrp="1"/>
          </p:cNvSpPr>
          <p:nvPr>
            <p:ph type="title"/>
          </p:nvPr>
        </p:nvSpPr>
        <p:spPr>
          <a:xfrm>
            <a:off x="693720" y="301680"/>
            <a:ext cx="8694360" cy="1096560"/>
          </a:xfrm>
          <a:prstGeom prst="rect">
            <a:avLst/>
          </a:prstGeom>
          <a:noFill/>
          <a:ln w="0">
            <a:noFill/>
          </a:ln>
        </p:spPr>
        <p:txBody>
          <a:bodyPr lIns="0" rIns="0" tIns="0" bIns="0" anchor="ctr">
            <a:noAutofit/>
          </a:bodyPr>
          <a:p>
            <a:pPr indent="0" algn="ctr">
              <a:lnSpc>
                <a:spcPct val="100000"/>
              </a:lnSpc>
              <a:buNone/>
            </a:pPr>
            <a:r>
              <a:rPr b="0" lang="en-US" sz="3200" strike="noStrike" u="none">
                <a:solidFill>
                  <a:srgbClr val="ff8000"/>
                </a:solidFill>
                <a:effectLst/>
                <a:highlight>
                  <a:srgbClr val="ffffff"/>
                </a:highlight>
                <a:uFillTx/>
                <a:latin typeface="Calibri"/>
              </a:rPr>
              <a:t>Click to edit Master title style</a:t>
            </a:r>
            <a:endParaRPr b="0" lang="en-US" sz="3200" strike="noStrike" u="none">
              <a:solidFill>
                <a:schemeClr val="dk1"/>
              </a:solidFill>
              <a:effectLst/>
              <a:uFillTx/>
              <a:latin typeface="Calibri"/>
            </a:endParaRPr>
          </a:p>
        </p:txBody>
      </p:sp>
      <p:sp>
        <p:nvSpPr>
          <p:cNvPr id="62" name="PlaceHolder 2"/>
          <p:cNvSpPr>
            <a:spLocks noGrp="1"/>
          </p:cNvSpPr>
          <p:nvPr>
            <p:ph type="body"/>
          </p:nvPr>
        </p:nvSpPr>
        <p:spPr>
          <a:xfrm>
            <a:off x="693720" y="1390680"/>
            <a:ext cx="4265280" cy="680760"/>
          </a:xfrm>
          <a:prstGeom prst="rect">
            <a:avLst/>
          </a:prstGeom>
          <a:noFill/>
          <a:ln w="0">
            <a:noFill/>
          </a:ln>
        </p:spPr>
        <p:txBody>
          <a:bodyPr lIns="0" rIns="0" tIns="0" bIns="0" anchor="b">
            <a:noAutofit/>
          </a:bodyPr>
          <a:p>
            <a:pPr indent="0">
              <a:lnSpc>
                <a:spcPct val="100000"/>
              </a:lnSpc>
              <a:spcBef>
                <a:spcPts val="1060"/>
              </a:spcBef>
              <a:buNone/>
              <a:tabLst>
                <a:tab algn="l" pos="0"/>
              </a:tabLst>
            </a:pPr>
            <a:r>
              <a:rPr b="1" lang="en-US" sz="2400" strike="noStrike" u="none">
                <a:solidFill>
                  <a:srgbClr val="000000"/>
                </a:solidFill>
                <a:effectLst/>
                <a:highlight>
                  <a:srgbClr val="ffffff"/>
                </a:highlight>
                <a:uFillTx/>
                <a:latin typeface="Calibri"/>
              </a:rPr>
              <a:t>Click to edit Master text styles</a:t>
            </a:r>
            <a:endParaRPr b="0" lang="en-US" sz="2400" strike="noStrike" u="none">
              <a:solidFill>
                <a:schemeClr val="dk1"/>
              </a:solidFill>
              <a:effectLst/>
              <a:highlight>
                <a:srgbClr val="ffffff"/>
              </a:highlight>
              <a:uFillTx/>
              <a:latin typeface="Calibri"/>
            </a:endParaRPr>
          </a:p>
        </p:txBody>
      </p:sp>
      <p:sp>
        <p:nvSpPr>
          <p:cNvPr id="63" name="PlaceHolder 3"/>
          <p:cNvSpPr>
            <a:spLocks noGrp="1"/>
          </p:cNvSpPr>
          <p:nvPr>
            <p:ph type="body"/>
          </p:nvPr>
        </p:nvSpPr>
        <p:spPr>
          <a:xfrm>
            <a:off x="693720" y="2071800"/>
            <a:ext cx="4265280" cy="3045960"/>
          </a:xfrm>
          <a:prstGeom prst="rect">
            <a:avLst/>
          </a:prstGeom>
          <a:noFill/>
          <a:ln w="0">
            <a:noFill/>
          </a:ln>
        </p:spPr>
        <p:txBody>
          <a:bodyPr lIns="0" rIns="0" tIns="0" bIns="0" anchor="t">
            <a:noAutofit/>
          </a:bodyPr>
          <a:p>
            <a:pPr indent="0">
              <a:lnSpc>
                <a:spcPct val="100000"/>
              </a:lnSpc>
              <a:spcBef>
                <a:spcPts val="1060"/>
              </a:spcBef>
              <a:buNone/>
              <a:tabLst>
                <a:tab algn="l" pos="0"/>
              </a:tabLst>
            </a:pPr>
            <a:r>
              <a:rPr b="0" lang="en-US" sz="2400" strike="noStrike" u="none">
                <a:solidFill>
                  <a:srgbClr val="000000"/>
                </a:solidFill>
                <a:effectLst/>
                <a:highlight>
                  <a:srgbClr val="ffffff"/>
                </a:highlight>
                <a:uFillTx/>
                <a:latin typeface="Calibri"/>
              </a:rPr>
              <a:t>Click to edit Master text styles</a:t>
            </a:r>
            <a:endParaRPr b="0" lang="en-US" sz="2400" strike="noStrike" u="none">
              <a:solidFill>
                <a:schemeClr val="dk1"/>
              </a:solidFill>
              <a:effectLst/>
              <a:highlight>
                <a:srgbClr val="ffffff"/>
              </a:highlight>
              <a:uFillTx/>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64" name="PlaceHolder 4"/>
          <p:cNvSpPr>
            <a:spLocks noGrp="1"/>
          </p:cNvSpPr>
          <p:nvPr>
            <p:ph type="body"/>
          </p:nvPr>
        </p:nvSpPr>
        <p:spPr>
          <a:xfrm>
            <a:off x="5103720" y="1390680"/>
            <a:ext cx="4284360" cy="680760"/>
          </a:xfrm>
          <a:prstGeom prst="rect">
            <a:avLst/>
          </a:prstGeom>
          <a:noFill/>
          <a:ln w="0">
            <a:noFill/>
          </a:ln>
        </p:spPr>
        <p:txBody>
          <a:bodyPr lIns="0" rIns="0" tIns="0" bIns="0" anchor="b">
            <a:noAutofit/>
          </a:bodyPr>
          <a:p>
            <a:pPr indent="0">
              <a:lnSpc>
                <a:spcPct val="100000"/>
              </a:lnSpc>
              <a:spcBef>
                <a:spcPts val="1060"/>
              </a:spcBef>
              <a:buNone/>
              <a:tabLst>
                <a:tab algn="l" pos="0"/>
              </a:tabLst>
            </a:pPr>
            <a:r>
              <a:rPr b="1" lang="en-US" sz="2400" strike="noStrike" u="none">
                <a:solidFill>
                  <a:srgbClr val="000000"/>
                </a:solidFill>
                <a:effectLst/>
                <a:highlight>
                  <a:srgbClr val="ffffff"/>
                </a:highlight>
                <a:uFillTx/>
                <a:latin typeface="Calibri"/>
              </a:rPr>
              <a:t>Click to edit Master text styles</a:t>
            </a:r>
            <a:endParaRPr b="0" lang="en-US" sz="2400" strike="noStrike" u="none">
              <a:solidFill>
                <a:schemeClr val="dk1"/>
              </a:solidFill>
              <a:effectLst/>
              <a:highlight>
                <a:srgbClr val="ffffff"/>
              </a:highlight>
              <a:uFillTx/>
              <a:latin typeface="Calibri"/>
            </a:endParaRPr>
          </a:p>
        </p:txBody>
      </p:sp>
      <p:sp>
        <p:nvSpPr>
          <p:cNvPr id="65" name="PlaceHolder 5"/>
          <p:cNvSpPr>
            <a:spLocks noGrp="1"/>
          </p:cNvSpPr>
          <p:nvPr>
            <p:ph type="body"/>
          </p:nvPr>
        </p:nvSpPr>
        <p:spPr>
          <a:xfrm>
            <a:off x="5103720" y="2071800"/>
            <a:ext cx="4284360" cy="3045960"/>
          </a:xfrm>
          <a:prstGeom prst="rect">
            <a:avLst/>
          </a:prstGeom>
          <a:noFill/>
          <a:ln w="0">
            <a:noFill/>
          </a:ln>
        </p:spPr>
        <p:txBody>
          <a:bodyPr lIns="0" rIns="0" tIns="0" bIns="0" anchor="t">
            <a:noAutofit/>
          </a:bodyPr>
          <a:p>
            <a:pPr indent="0">
              <a:lnSpc>
                <a:spcPct val="100000"/>
              </a:lnSpc>
              <a:spcBef>
                <a:spcPts val="1060"/>
              </a:spcBef>
              <a:buNone/>
              <a:tabLst>
                <a:tab algn="l" pos="0"/>
              </a:tabLst>
            </a:pPr>
            <a:r>
              <a:rPr b="0" lang="en-US" sz="2400" strike="noStrike" u="none">
                <a:solidFill>
                  <a:srgbClr val="000000"/>
                </a:solidFill>
                <a:effectLst/>
                <a:highlight>
                  <a:srgbClr val="ffffff"/>
                </a:highlight>
                <a:uFillTx/>
                <a:latin typeface="Calibri"/>
              </a:rPr>
              <a:t>Click to edit Master text styles</a:t>
            </a:r>
            <a:endParaRPr b="0" lang="en-US" sz="2400" strike="noStrike" u="none">
              <a:solidFill>
                <a:schemeClr val="dk1"/>
              </a:solidFill>
              <a:effectLst/>
              <a:highlight>
                <a:srgbClr val="ffffff"/>
              </a:highlight>
              <a:uFillTx/>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6" name="Freeform: Shape 1"/>
          <p:cNvSpPr/>
          <p:nvPr/>
        </p:nvSpPr>
        <p:spPr>
          <a:xfrm rot="2337600">
            <a:off x="-1813680" y="4211280"/>
            <a:ext cx="6184800" cy="4830840"/>
          </a:xfrm>
          <a:custGeom>
            <a:avLst/>
            <a:gdLst>
              <a:gd name="textAreaLeft" fmla="*/ 0 w 6184800"/>
              <a:gd name="textAreaRight" fmla="*/ 6185160 w 6184800"/>
              <a:gd name="textAreaTop" fmla="*/ 0 h 4830840"/>
              <a:gd name="textAreaBottom" fmla="*/ 4831200 h 48308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7182" h="13421">
                <a:moveTo>
                  <a:pt x="0" y="0"/>
                </a:moveTo>
                <a:cubicBezTo>
                  <a:pt x="327" y="325"/>
                  <a:pt x="930" y="1027"/>
                  <a:pt x="1543" y="1308"/>
                </a:cubicBezTo>
                <a:cubicBezTo>
                  <a:pt x="2289" y="1650"/>
                  <a:pt x="3136" y="2262"/>
                  <a:pt x="3530" y="2758"/>
                </a:cubicBezTo>
                <a:cubicBezTo>
                  <a:pt x="3868" y="3184"/>
                  <a:pt x="5027" y="4060"/>
                  <a:pt x="5696" y="4437"/>
                </a:cubicBezTo>
                <a:cubicBezTo>
                  <a:pt x="6693" y="5000"/>
                  <a:pt x="7383" y="5645"/>
                  <a:pt x="7836" y="6118"/>
                </a:cubicBezTo>
                <a:cubicBezTo>
                  <a:pt x="8343" y="6646"/>
                  <a:pt x="9909" y="8050"/>
                  <a:pt x="10157" y="8298"/>
                </a:cubicBezTo>
                <a:cubicBezTo>
                  <a:pt x="10768" y="8909"/>
                  <a:pt x="11536" y="9199"/>
                  <a:pt x="12138" y="9755"/>
                </a:cubicBezTo>
                <a:cubicBezTo>
                  <a:pt x="12520" y="10107"/>
                  <a:pt x="12923" y="10436"/>
                  <a:pt x="13333" y="10757"/>
                </a:cubicBezTo>
                <a:cubicBezTo>
                  <a:pt x="13837" y="11152"/>
                  <a:pt x="14417" y="11458"/>
                  <a:pt x="14860" y="11920"/>
                </a:cubicBezTo>
                <a:cubicBezTo>
                  <a:pt x="15203" y="12277"/>
                  <a:pt x="15595" y="12584"/>
                  <a:pt x="15990" y="12881"/>
                </a:cubicBezTo>
                <a:cubicBezTo>
                  <a:pt x="16339" y="13144"/>
                  <a:pt x="16785" y="13241"/>
                  <a:pt x="17182" y="13421"/>
                </a:cubicBezTo>
              </a:path>
            </a:pathLst>
          </a:custGeom>
          <a:noFill/>
          <a:ln cap="rnd" w="79200">
            <a:solidFill>
              <a:srgbClr val="956134"/>
            </a:solidFill>
            <a:round/>
          </a:ln>
        </p:spPr>
        <p:style>
          <a:lnRef idx="0"/>
          <a:fillRef idx="0"/>
          <a:effectRef idx="0"/>
          <a:fontRef idx="minor"/>
        </p:style>
        <p:txBody>
          <a:bodyPr wrap="none" lIns="24840" rIns="24840" tIns="24840" bIns="2484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67" name="Group 2"/>
          <p:cNvGrpSpPr/>
          <p:nvPr/>
        </p:nvGrpSpPr>
        <p:grpSpPr>
          <a:xfrm>
            <a:off x="8123040" y="1415520"/>
            <a:ext cx="1384920" cy="1384200"/>
            <a:chOff x="8123040" y="1415520"/>
            <a:chExt cx="1384920" cy="1384200"/>
          </a:xfrm>
        </p:grpSpPr>
        <p:sp>
          <p:nvSpPr>
            <p:cNvPr id="68" name="Freeform: Shape 3"/>
            <p:cNvSpPr/>
            <p:nvPr/>
          </p:nvSpPr>
          <p:spPr>
            <a:xfrm rot="2700000">
              <a:off x="8600040" y="1690560"/>
              <a:ext cx="473760" cy="789840"/>
            </a:xfrm>
            <a:custGeom>
              <a:avLst/>
              <a:gdLst>
                <a:gd name="textAreaLeft" fmla="*/ 0 w 473760"/>
                <a:gd name="textAreaRight" fmla="*/ 474120 w 473760"/>
                <a:gd name="textAreaTop" fmla="*/ 0 h 789840"/>
                <a:gd name="textAreaBottom" fmla="*/ 790200 h 7898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8" h="2196">
                  <a:moveTo>
                    <a:pt x="0" y="0"/>
                  </a:moveTo>
                  <a:lnTo>
                    <a:pt x="0" y="2196"/>
                  </a:lnTo>
                  <a:lnTo>
                    <a:pt x="1318" y="2196"/>
                  </a:lnTo>
                  <a:lnTo>
                    <a:pt x="1318" y="0"/>
                  </a:lnTo>
                  <a:lnTo>
                    <a:pt x="1098" y="0"/>
                  </a:lnTo>
                  <a:lnTo>
                    <a:pt x="1098" y="1976"/>
                  </a:lnTo>
                  <a:lnTo>
                    <a:pt x="878" y="1976"/>
                  </a:lnTo>
                  <a:lnTo>
                    <a:pt x="878" y="0"/>
                  </a:lnTo>
                  <a:lnTo>
                    <a:pt x="439" y="0"/>
                  </a:lnTo>
                  <a:lnTo>
                    <a:pt x="439" y="1976"/>
                  </a:lnTo>
                  <a:lnTo>
                    <a:pt x="220" y="1976"/>
                  </a:lnTo>
                  <a:lnTo>
                    <a:pt x="220" y="0"/>
                  </a:lnTo>
                  <a:close/>
                </a:path>
              </a:pathLst>
            </a:custGeom>
            <a:solidFill>
              <a:srgbClr val="f3980f"/>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69" name="Freeform: Shape 4"/>
            <p:cNvSpPr/>
            <p:nvPr/>
          </p:nvSpPr>
          <p:spPr>
            <a:xfrm rot="2701800">
              <a:off x="9019440" y="1548360"/>
              <a:ext cx="474120" cy="236520"/>
            </a:xfrm>
            <a:custGeom>
              <a:avLst/>
              <a:gdLst>
                <a:gd name="textAreaLeft" fmla="*/ 0 w 474120"/>
                <a:gd name="textAreaRight" fmla="*/ 474480 w 474120"/>
                <a:gd name="textAreaTop" fmla="*/ 0 h 236520"/>
                <a:gd name="textAreaBottom" fmla="*/ 236880 h 23652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9" h="659">
                  <a:moveTo>
                    <a:pt x="1" y="659"/>
                  </a:moveTo>
                  <a:lnTo>
                    <a:pt x="0" y="184"/>
                  </a:lnTo>
                  <a:cubicBezTo>
                    <a:pt x="0" y="152"/>
                    <a:pt x="8" y="120"/>
                    <a:pt x="24" y="92"/>
                  </a:cubicBezTo>
                  <a:cubicBezTo>
                    <a:pt x="40" y="64"/>
                    <a:pt x="63" y="41"/>
                    <a:pt x="91" y="25"/>
                  </a:cubicBezTo>
                  <a:cubicBezTo>
                    <a:pt x="119" y="9"/>
                    <a:pt x="151" y="1"/>
                    <a:pt x="183" y="0"/>
                  </a:cubicBezTo>
                  <a:lnTo>
                    <a:pt x="1135" y="0"/>
                  </a:lnTo>
                  <a:cubicBezTo>
                    <a:pt x="1167" y="0"/>
                    <a:pt x="1199" y="8"/>
                    <a:pt x="1227" y="24"/>
                  </a:cubicBezTo>
                  <a:cubicBezTo>
                    <a:pt x="1254" y="41"/>
                    <a:pt x="1278" y="64"/>
                    <a:pt x="1294" y="91"/>
                  </a:cubicBezTo>
                  <a:cubicBezTo>
                    <a:pt x="1310" y="119"/>
                    <a:pt x="1318" y="151"/>
                    <a:pt x="1318" y="183"/>
                  </a:cubicBezTo>
                  <a:lnTo>
                    <a:pt x="1319" y="659"/>
                  </a:lnTo>
                  <a:close/>
                </a:path>
              </a:pathLst>
            </a:custGeom>
            <a:solidFill>
              <a:srgbClr val="78171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70" name="Group 5"/>
            <p:cNvGrpSpPr/>
            <p:nvPr/>
          </p:nvGrpSpPr>
          <p:grpSpPr>
            <a:xfrm>
              <a:off x="8123040" y="2253960"/>
              <a:ext cx="546120" cy="545760"/>
              <a:chOff x="8123040" y="2253960"/>
              <a:chExt cx="546120" cy="545760"/>
            </a:xfrm>
          </p:grpSpPr>
          <p:sp>
            <p:nvSpPr>
              <p:cNvPr id="71" name="Freeform: Shape 6"/>
              <p:cNvSpPr/>
              <p:nvPr/>
            </p:nvSpPr>
            <p:spPr>
              <a:xfrm rot="2696400">
                <a:off x="8159040" y="2377440"/>
                <a:ext cx="473400" cy="298800"/>
              </a:xfrm>
              <a:custGeom>
                <a:avLst/>
                <a:gdLst>
                  <a:gd name="textAreaLeft" fmla="*/ 0 w 473400"/>
                  <a:gd name="textAreaRight" fmla="*/ 473760 w 473400"/>
                  <a:gd name="textAreaTop" fmla="*/ 0 h 298800"/>
                  <a:gd name="textAreaBottom" fmla="*/ 299160 h 29880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7" h="832">
                    <a:moveTo>
                      <a:pt x="1317" y="1"/>
                    </a:moveTo>
                    <a:lnTo>
                      <a:pt x="658" y="832"/>
                    </a:lnTo>
                    <a:lnTo>
                      <a:pt x="0" y="0"/>
                    </a:lnTo>
                    <a:close/>
                  </a:path>
                </a:pathLst>
              </a:custGeom>
              <a:solidFill>
                <a:srgbClr val="f5b09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72" name="Freeform: Shape 7"/>
              <p:cNvSpPr/>
              <p:nvPr/>
            </p:nvSpPr>
            <p:spPr>
              <a:xfrm rot="2700000">
                <a:off x="8224560" y="2506320"/>
                <a:ext cx="236520" cy="147960"/>
              </a:xfrm>
              <a:custGeom>
                <a:avLst/>
                <a:gdLst>
                  <a:gd name="textAreaLeft" fmla="*/ 0 w 236520"/>
                  <a:gd name="textAreaRight" fmla="*/ 236880 w 236520"/>
                  <a:gd name="textAreaTop" fmla="*/ 0 h 147960"/>
                  <a:gd name="textAreaBottom" fmla="*/ 148320 h 14796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59" h="413">
                    <a:moveTo>
                      <a:pt x="659" y="0"/>
                    </a:moveTo>
                    <a:lnTo>
                      <a:pt x="329" y="413"/>
                    </a:lnTo>
                    <a:lnTo>
                      <a:pt x="0" y="0"/>
                    </a:lnTo>
                    <a:close/>
                  </a:path>
                </a:pathLst>
              </a:custGeom>
              <a:solidFill>
                <a:srgbClr val="00000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grpSp>
      <p:sp>
        <p:nvSpPr>
          <p:cNvPr id="73" name="PlaceHolder 1"/>
          <p:cNvSpPr>
            <a:spLocks noGrp="1"/>
          </p:cNvSpPr>
          <p:nvPr>
            <p:ph type="title"/>
          </p:nvPr>
        </p:nvSpPr>
        <p:spPr>
          <a:xfrm>
            <a:off x="540000" y="1620000"/>
            <a:ext cx="7559640" cy="989640"/>
          </a:xfrm>
          <a:prstGeom prst="rect">
            <a:avLst/>
          </a:prstGeom>
          <a:noFill/>
          <a:ln w="0">
            <a:noFill/>
          </a:ln>
        </p:spPr>
        <p:txBody>
          <a:bodyPr lIns="0" rIns="0" tIns="0" bIns="0" anchor="ctr">
            <a:noAutofit/>
          </a:bodyPr>
          <a:p>
            <a:pPr indent="0" algn="ctr">
              <a:lnSpc>
                <a:spcPct val="100000"/>
              </a:lnSpc>
              <a:buNone/>
            </a:pPr>
            <a:r>
              <a:rPr b="0" lang="en-US" sz="3200" strike="noStrike" u="none">
                <a:solidFill>
                  <a:srgbClr val="ff8000"/>
                </a:solidFill>
                <a:effectLst/>
                <a:highlight>
                  <a:srgbClr val="ffffff"/>
                </a:highlight>
                <a:uFillTx/>
                <a:latin typeface="Calibri"/>
              </a:rPr>
              <a:t>Click to edit Master title style</a:t>
            </a:r>
            <a:endParaRPr b="0" lang="en-US" sz="3200" strike="noStrike" u="none">
              <a:solidFill>
                <a:schemeClr val="dk1"/>
              </a:solidFill>
              <a:effectLst/>
              <a:uFillTx/>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74" name="Freeform: Shape 1"/>
          <p:cNvSpPr/>
          <p:nvPr/>
        </p:nvSpPr>
        <p:spPr>
          <a:xfrm rot="2337600">
            <a:off x="-1813680" y="4211280"/>
            <a:ext cx="6184800" cy="4830840"/>
          </a:xfrm>
          <a:custGeom>
            <a:avLst/>
            <a:gdLst>
              <a:gd name="textAreaLeft" fmla="*/ 0 w 6184800"/>
              <a:gd name="textAreaRight" fmla="*/ 6185160 w 6184800"/>
              <a:gd name="textAreaTop" fmla="*/ 0 h 4830840"/>
              <a:gd name="textAreaBottom" fmla="*/ 4831200 h 48308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7182" h="13421">
                <a:moveTo>
                  <a:pt x="0" y="0"/>
                </a:moveTo>
                <a:cubicBezTo>
                  <a:pt x="327" y="325"/>
                  <a:pt x="930" y="1027"/>
                  <a:pt x="1543" y="1308"/>
                </a:cubicBezTo>
                <a:cubicBezTo>
                  <a:pt x="2289" y="1650"/>
                  <a:pt x="3136" y="2262"/>
                  <a:pt x="3530" y="2758"/>
                </a:cubicBezTo>
                <a:cubicBezTo>
                  <a:pt x="3868" y="3184"/>
                  <a:pt x="5027" y="4060"/>
                  <a:pt x="5696" y="4437"/>
                </a:cubicBezTo>
                <a:cubicBezTo>
                  <a:pt x="6693" y="5000"/>
                  <a:pt x="7383" y="5645"/>
                  <a:pt x="7836" y="6118"/>
                </a:cubicBezTo>
                <a:cubicBezTo>
                  <a:pt x="8343" y="6646"/>
                  <a:pt x="9909" y="8050"/>
                  <a:pt x="10157" y="8298"/>
                </a:cubicBezTo>
                <a:cubicBezTo>
                  <a:pt x="10768" y="8909"/>
                  <a:pt x="11536" y="9199"/>
                  <a:pt x="12138" y="9755"/>
                </a:cubicBezTo>
                <a:cubicBezTo>
                  <a:pt x="12520" y="10107"/>
                  <a:pt x="12923" y="10436"/>
                  <a:pt x="13333" y="10757"/>
                </a:cubicBezTo>
                <a:cubicBezTo>
                  <a:pt x="13837" y="11152"/>
                  <a:pt x="14417" y="11458"/>
                  <a:pt x="14860" y="11920"/>
                </a:cubicBezTo>
                <a:cubicBezTo>
                  <a:pt x="15203" y="12277"/>
                  <a:pt x="15595" y="12584"/>
                  <a:pt x="15990" y="12881"/>
                </a:cubicBezTo>
                <a:cubicBezTo>
                  <a:pt x="16339" y="13144"/>
                  <a:pt x="16785" y="13241"/>
                  <a:pt x="17182" y="13421"/>
                </a:cubicBezTo>
              </a:path>
            </a:pathLst>
          </a:custGeom>
          <a:noFill/>
          <a:ln cap="rnd" w="79200">
            <a:solidFill>
              <a:srgbClr val="956134"/>
            </a:solidFill>
            <a:round/>
          </a:ln>
        </p:spPr>
        <p:style>
          <a:lnRef idx="0"/>
          <a:fillRef idx="0"/>
          <a:effectRef idx="0"/>
          <a:fontRef idx="minor"/>
        </p:style>
        <p:txBody>
          <a:bodyPr wrap="none" lIns="24840" rIns="24840" tIns="24840" bIns="2484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75" name="Group 2"/>
          <p:cNvGrpSpPr/>
          <p:nvPr/>
        </p:nvGrpSpPr>
        <p:grpSpPr>
          <a:xfrm>
            <a:off x="8123040" y="1415520"/>
            <a:ext cx="1384920" cy="1384200"/>
            <a:chOff x="8123040" y="1415520"/>
            <a:chExt cx="1384920" cy="1384200"/>
          </a:xfrm>
        </p:grpSpPr>
        <p:sp>
          <p:nvSpPr>
            <p:cNvPr id="76" name="Freeform: Shape 3"/>
            <p:cNvSpPr/>
            <p:nvPr/>
          </p:nvSpPr>
          <p:spPr>
            <a:xfrm rot="2700000">
              <a:off x="8600040" y="1690560"/>
              <a:ext cx="473760" cy="789840"/>
            </a:xfrm>
            <a:custGeom>
              <a:avLst/>
              <a:gdLst>
                <a:gd name="textAreaLeft" fmla="*/ 0 w 473760"/>
                <a:gd name="textAreaRight" fmla="*/ 474120 w 473760"/>
                <a:gd name="textAreaTop" fmla="*/ 0 h 789840"/>
                <a:gd name="textAreaBottom" fmla="*/ 790200 h 7898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8" h="2196">
                  <a:moveTo>
                    <a:pt x="0" y="0"/>
                  </a:moveTo>
                  <a:lnTo>
                    <a:pt x="0" y="2196"/>
                  </a:lnTo>
                  <a:lnTo>
                    <a:pt x="1318" y="2196"/>
                  </a:lnTo>
                  <a:lnTo>
                    <a:pt x="1318" y="0"/>
                  </a:lnTo>
                  <a:lnTo>
                    <a:pt x="1098" y="0"/>
                  </a:lnTo>
                  <a:lnTo>
                    <a:pt x="1098" y="1976"/>
                  </a:lnTo>
                  <a:lnTo>
                    <a:pt x="878" y="1976"/>
                  </a:lnTo>
                  <a:lnTo>
                    <a:pt x="878" y="0"/>
                  </a:lnTo>
                  <a:lnTo>
                    <a:pt x="439" y="0"/>
                  </a:lnTo>
                  <a:lnTo>
                    <a:pt x="439" y="1976"/>
                  </a:lnTo>
                  <a:lnTo>
                    <a:pt x="220" y="1976"/>
                  </a:lnTo>
                  <a:lnTo>
                    <a:pt x="220" y="0"/>
                  </a:lnTo>
                  <a:close/>
                </a:path>
              </a:pathLst>
            </a:custGeom>
            <a:solidFill>
              <a:srgbClr val="f3980f"/>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77" name="Freeform: Shape 4"/>
            <p:cNvSpPr/>
            <p:nvPr/>
          </p:nvSpPr>
          <p:spPr>
            <a:xfrm rot="2701800">
              <a:off x="9019440" y="1548360"/>
              <a:ext cx="474120" cy="236520"/>
            </a:xfrm>
            <a:custGeom>
              <a:avLst/>
              <a:gdLst>
                <a:gd name="textAreaLeft" fmla="*/ 0 w 474120"/>
                <a:gd name="textAreaRight" fmla="*/ 474480 w 474120"/>
                <a:gd name="textAreaTop" fmla="*/ 0 h 236520"/>
                <a:gd name="textAreaBottom" fmla="*/ 236880 h 23652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9" h="659">
                  <a:moveTo>
                    <a:pt x="1" y="659"/>
                  </a:moveTo>
                  <a:lnTo>
                    <a:pt x="0" y="184"/>
                  </a:lnTo>
                  <a:cubicBezTo>
                    <a:pt x="0" y="152"/>
                    <a:pt x="8" y="120"/>
                    <a:pt x="24" y="92"/>
                  </a:cubicBezTo>
                  <a:cubicBezTo>
                    <a:pt x="40" y="64"/>
                    <a:pt x="63" y="41"/>
                    <a:pt x="91" y="25"/>
                  </a:cubicBezTo>
                  <a:cubicBezTo>
                    <a:pt x="119" y="9"/>
                    <a:pt x="151" y="1"/>
                    <a:pt x="183" y="0"/>
                  </a:cubicBezTo>
                  <a:lnTo>
                    <a:pt x="1135" y="0"/>
                  </a:lnTo>
                  <a:cubicBezTo>
                    <a:pt x="1167" y="0"/>
                    <a:pt x="1199" y="8"/>
                    <a:pt x="1227" y="24"/>
                  </a:cubicBezTo>
                  <a:cubicBezTo>
                    <a:pt x="1254" y="41"/>
                    <a:pt x="1278" y="64"/>
                    <a:pt x="1294" y="91"/>
                  </a:cubicBezTo>
                  <a:cubicBezTo>
                    <a:pt x="1310" y="119"/>
                    <a:pt x="1318" y="151"/>
                    <a:pt x="1318" y="183"/>
                  </a:cubicBezTo>
                  <a:lnTo>
                    <a:pt x="1319" y="659"/>
                  </a:lnTo>
                  <a:close/>
                </a:path>
              </a:pathLst>
            </a:custGeom>
            <a:solidFill>
              <a:srgbClr val="78171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78" name="Group 5"/>
            <p:cNvGrpSpPr/>
            <p:nvPr/>
          </p:nvGrpSpPr>
          <p:grpSpPr>
            <a:xfrm>
              <a:off x="8123040" y="2253960"/>
              <a:ext cx="546120" cy="545760"/>
              <a:chOff x="8123040" y="2253960"/>
              <a:chExt cx="546120" cy="545760"/>
            </a:xfrm>
          </p:grpSpPr>
          <p:sp>
            <p:nvSpPr>
              <p:cNvPr id="79" name="Freeform: Shape 6"/>
              <p:cNvSpPr/>
              <p:nvPr/>
            </p:nvSpPr>
            <p:spPr>
              <a:xfrm rot="2696400">
                <a:off x="8159040" y="2377440"/>
                <a:ext cx="473400" cy="298800"/>
              </a:xfrm>
              <a:custGeom>
                <a:avLst/>
                <a:gdLst>
                  <a:gd name="textAreaLeft" fmla="*/ 0 w 473400"/>
                  <a:gd name="textAreaRight" fmla="*/ 473760 w 473400"/>
                  <a:gd name="textAreaTop" fmla="*/ 0 h 298800"/>
                  <a:gd name="textAreaBottom" fmla="*/ 299160 h 29880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7" h="832">
                    <a:moveTo>
                      <a:pt x="1317" y="1"/>
                    </a:moveTo>
                    <a:lnTo>
                      <a:pt x="658" y="832"/>
                    </a:lnTo>
                    <a:lnTo>
                      <a:pt x="0" y="0"/>
                    </a:lnTo>
                    <a:close/>
                  </a:path>
                </a:pathLst>
              </a:custGeom>
              <a:solidFill>
                <a:srgbClr val="f5b09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80" name="Freeform: Shape 7"/>
              <p:cNvSpPr/>
              <p:nvPr/>
            </p:nvSpPr>
            <p:spPr>
              <a:xfrm rot="2700000">
                <a:off x="8224560" y="2506320"/>
                <a:ext cx="236520" cy="147960"/>
              </a:xfrm>
              <a:custGeom>
                <a:avLst/>
                <a:gdLst>
                  <a:gd name="textAreaLeft" fmla="*/ 0 w 236520"/>
                  <a:gd name="textAreaRight" fmla="*/ 236880 w 236520"/>
                  <a:gd name="textAreaTop" fmla="*/ 0 h 147960"/>
                  <a:gd name="textAreaBottom" fmla="*/ 148320 h 14796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59" h="413">
                    <a:moveTo>
                      <a:pt x="659" y="0"/>
                    </a:moveTo>
                    <a:lnTo>
                      <a:pt x="329" y="413"/>
                    </a:lnTo>
                    <a:lnTo>
                      <a:pt x="0" y="0"/>
                    </a:lnTo>
                    <a:close/>
                  </a:path>
                </a:pathLst>
              </a:custGeom>
              <a:solidFill>
                <a:srgbClr val="00000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gr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81" name="Freeform: Shape 1"/>
          <p:cNvSpPr/>
          <p:nvPr/>
        </p:nvSpPr>
        <p:spPr>
          <a:xfrm rot="2337600">
            <a:off x="-1813680" y="4211280"/>
            <a:ext cx="6184800" cy="4830840"/>
          </a:xfrm>
          <a:custGeom>
            <a:avLst/>
            <a:gdLst>
              <a:gd name="textAreaLeft" fmla="*/ 0 w 6184800"/>
              <a:gd name="textAreaRight" fmla="*/ 6185160 w 6184800"/>
              <a:gd name="textAreaTop" fmla="*/ 0 h 4830840"/>
              <a:gd name="textAreaBottom" fmla="*/ 4831200 h 48308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7182" h="13421">
                <a:moveTo>
                  <a:pt x="0" y="0"/>
                </a:moveTo>
                <a:cubicBezTo>
                  <a:pt x="327" y="325"/>
                  <a:pt x="930" y="1027"/>
                  <a:pt x="1543" y="1308"/>
                </a:cubicBezTo>
                <a:cubicBezTo>
                  <a:pt x="2289" y="1650"/>
                  <a:pt x="3136" y="2262"/>
                  <a:pt x="3530" y="2758"/>
                </a:cubicBezTo>
                <a:cubicBezTo>
                  <a:pt x="3868" y="3184"/>
                  <a:pt x="5027" y="4060"/>
                  <a:pt x="5696" y="4437"/>
                </a:cubicBezTo>
                <a:cubicBezTo>
                  <a:pt x="6693" y="5000"/>
                  <a:pt x="7383" y="5645"/>
                  <a:pt x="7836" y="6118"/>
                </a:cubicBezTo>
                <a:cubicBezTo>
                  <a:pt x="8343" y="6646"/>
                  <a:pt x="9909" y="8050"/>
                  <a:pt x="10157" y="8298"/>
                </a:cubicBezTo>
                <a:cubicBezTo>
                  <a:pt x="10768" y="8909"/>
                  <a:pt x="11536" y="9199"/>
                  <a:pt x="12138" y="9755"/>
                </a:cubicBezTo>
                <a:cubicBezTo>
                  <a:pt x="12520" y="10107"/>
                  <a:pt x="12923" y="10436"/>
                  <a:pt x="13333" y="10757"/>
                </a:cubicBezTo>
                <a:cubicBezTo>
                  <a:pt x="13837" y="11152"/>
                  <a:pt x="14417" y="11458"/>
                  <a:pt x="14860" y="11920"/>
                </a:cubicBezTo>
                <a:cubicBezTo>
                  <a:pt x="15203" y="12277"/>
                  <a:pt x="15595" y="12584"/>
                  <a:pt x="15990" y="12881"/>
                </a:cubicBezTo>
                <a:cubicBezTo>
                  <a:pt x="16339" y="13144"/>
                  <a:pt x="16785" y="13241"/>
                  <a:pt x="17182" y="13421"/>
                </a:cubicBezTo>
              </a:path>
            </a:pathLst>
          </a:custGeom>
          <a:noFill/>
          <a:ln cap="rnd" w="79200">
            <a:solidFill>
              <a:srgbClr val="956134"/>
            </a:solidFill>
            <a:round/>
          </a:ln>
        </p:spPr>
        <p:style>
          <a:lnRef idx="0"/>
          <a:fillRef idx="0"/>
          <a:effectRef idx="0"/>
          <a:fontRef idx="minor"/>
        </p:style>
        <p:txBody>
          <a:bodyPr wrap="none" lIns="24840" rIns="24840" tIns="24840" bIns="2484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82" name="Group 2"/>
          <p:cNvGrpSpPr/>
          <p:nvPr/>
        </p:nvGrpSpPr>
        <p:grpSpPr>
          <a:xfrm>
            <a:off x="8123040" y="1415520"/>
            <a:ext cx="1384920" cy="1384200"/>
            <a:chOff x="8123040" y="1415520"/>
            <a:chExt cx="1384920" cy="1384200"/>
          </a:xfrm>
        </p:grpSpPr>
        <p:sp>
          <p:nvSpPr>
            <p:cNvPr id="83" name="Freeform: Shape 3"/>
            <p:cNvSpPr/>
            <p:nvPr/>
          </p:nvSpPr>
          <p:spPr>
            <a:xfrm rot="2700000">
              <a:off x="8600040" y="1690560"/>
              <a:ext cx="473760" cy="789840"/>
            </a:xfrm>
            <a:custGeom>
              <a:avLst/>
              <a:gdLst>
                <a:gd name="textAreaLeft" fmla="*/ 0 w 473760"/>
                <a:gd name="textAreaRight" fmla="*/ 474120 w 473760"/>
                <a:gd name="textAreaTop" fmla="*/ 0 h 789840"/>
                <a:gd name="textAreaBottom" fmla="*/ 790200 h 7898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8" h="2196">
                  <a:moveTo>
                    <a:pt x="0" y="0"/>
                  </a:moveTo>
                  <a:lnTo>
                    <a:pt x="0" y="2196"/>
                  </a:lnTo>
                  <a:lnTo>
                    <a:pt x="1318" y="2196"/>
                  </a:lnTo>
                  <a:lnTo>
                    <a:pt x="1318" y="0"/>
                  </a:lnTo>
                  <a:lnTo>
                    <a:pt x="1098" y="0"/>
                  </a:lnTo>
                  <a:lnTo>
                    <a:pt x="1098" y="1976"/>
                  </a:lnTo>
                  <a:lnTo>
                    <a:pt x="878" y="1976"/>
                  </a:lnTo>
                  <a:lnTo>
                    <a:pt x="878" y="0"/>
                  </a:lnTo>
                  <a:lnTo>
                    <a:pt x="439" y="0"/>
                  </a:lnTo>
                  <a:lnTo>
                    <a:pt x="439" y="1976"/>
                  </a:lnTo>
                  <a:lnTo>
                    <a:pt x="220" y="1976"/>
                  </a:lnTo>
                  <a:lnTo>
                    <a:pt x="220" y="0"/>
                  </a:lnTo>
                  <a:close/>
                </a:path>
              </a:pathLst>
            </a:custGeom>
            <a:solidFill>
              <a:srgbClr val="f3980f"/>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84" name="Freeform: Shape 4"/>
            <p:cNvSpPr/>
            <p:nvPr/>
          </p:nvSpPr>
          <p:spPr>
            <a:xfrm rot="2701800">
              <a:off x="9019440" y="1548360"/>
              <a:ext cx="474120" cy="236520"/>
            </a:xfrm>
            <a:custGeom>
              <a:avLst/>
              <a:gdLst>
                <a:gd name="textAreaLeft" fmla="*/ 0 w 474120"/>
                <a:gd name="textAreaRight" fmla="*/ 474480 w 474120"/>
                <a:gd name="textAreaTop" fmla="*/ 0 h 236520"/>
                <a:gd name="textAreaBottom" fmla="*/ 236880 h 23652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9" h="659">
                  <a:moveTo>
                    <a:pt x="1" y="659"/>
                  </a:moveTo>
                  <a:lnTo>
                    <a:pt x="0" y="184"/>
                  </a:lnTo>
                  <a:cubicBezTo>
                    <a:pt x="0" y="152"/>
                    <a:pt x="8" y="120"/>
                    <a:pt x="24" y="92"/>
                  </a:cubicBezTo>
                  <a:cubicBezTo>
                    <a:pt x="40" y="64"/>
                    <a:pt x="63" y="41"/>
                    <a:pt x="91" y="25"/>
                  </a:cubicBezTo>
                  <a:cubicBezTo>
                    <a:pt x="119" y="9"/>
                    <a:pt x="151" y="1"/>
                    <a:pt x="183" y="0"/>
                  </a:cubicBezTo>
                  <a:lnTo>
                    <a:pt x="1135" y="0"/>
                  </a:lnTo>
                  <a:cubicBezTo>
                    <a:pt x="1167" y="0"/>
                    <a:pt x="1199" y="8"/>
                    <a:pt x="1227" y="24"/>
                  </a:cubicBezTo>
                  <a:cubicBezTo>
                    <a:pt x="1254" y="41"/>
                    <a:pt x="1278" y="64"/>
                    <a:pt x="1294" y="91"/>
                  </a:cubicBezTo>
                  <a:cubicBezTo>
                    <a:pt x="1310" y="119"/>
                    <a:pt x="1318" y="151"/>
                    <a:pt x="1318" y="183"/>
                  </a:cubicBezTo>
                  <a:lnTo>
                    <a:pt x="1319" y="659"/>
                  </a:lnTo>
                  <a:close/>
                </a:path>
              </a:pathLst>
            </a:custGeom>
            <a:solidFill>
              <a:srgbClr val="78171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85" name="Group 5"/>
            <p:cNvGrpSpPr/>
            <p:nvPr/>
          </p:nvGrpSpPr>
          <p:grpSpPr>
            <a:xfrm>
              <a:off x="8123040" y="2253960"/>
              <a:ext cx="546120" cy="545760"/>
              <a:chOff x="8123040" y="2253960"/>
              <a:chExt cx="546120" cy="545760"/>
            </a:xfrm>
          </p:grpSpPr>
          <p:sp>
            <p:nvSpPr>
              <p:cNvPr id="86" name="Freeform: Shape 6"/>
              <p:cNvSpPr/>
              <p:nvPr/>
            </p:nvSpPr>
            <p:spPr>
              <a:xfrm rot="2696400">
                <a:off x="8159040" y="2377440"/>
                <a:ext cx="473400" cy="298800"/>
              </a:xfrm>
              <a:custGeom>
                <a:avLst/>
                <a:gdLst>
                  <a:gd name="textAreaLeft" fmla="*/ 0 w 473400"/>
                  <a:gd name="textAreaRight" fmla="*/ 473760 w 473400"/>
                  <a:gd name="textAreaTop" fmla="*/ 0 h 298800"/>
                  <a:gd name="textAreaBottom" fmla="*/ 299160 h 29880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7" h="832">
                    <a:moveTo>
                      <a:pt x="1317" y="1"/>
                    </a:moveTo>
                    <a:lnTo>
                      <a:pt x="658" y="832"/>
                    </a:lnTo>
                    <a:lnTo>
                      <a:pt x="0" y="0"/>
                    </a:lnTo>
                    <a:close/>
                  </a:path>
                </a:pathLst>
              </a:custGeom>
              <a:solidFill>
                <a:srgbClr val="f5b09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87" name="Freeform: Shape 7"/>
              <p:cNvSpPr/>
              <p:nvPr/>
            </p:nvSpPr>
            <p:spPr>
              <a:xfrm rot="2700000">
                <a:off x="8224560" y="2506320"/>
                <a:ext cx="236520" cy="147960"/>
              </a:xfrm>
              <a:custGeom>
                <a:avLst/>
                <a:gdLst>
                  <a:gd name="textAreaLeft" fmla="*/ 0 w 236520"/>
                  <a:gd name="textAreaRight" fmla="*/ 236880 w 236520"/>
                  <a:gd name="textAreaTop" fmla="*/ 0 h 147960"/>
                  <a:gd name="textAreaBottom" fmla="*/ 148320 h 14796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59" h="413">
                    <a:moveTo>
                      <a:pt x="659" y="0"/>
                    </a:moveTo>
                    <a:lnTo>
                      <a:pt x="329" y="413"/>
                    </a:lnTo>
                    <a:lnTo>
                      <a:pt x="0" y="0"/>
                    </a:lnTo>
                    <a:close/>
                  </a:path>
                </a:pathLst>
              </a:custGeom>
              <a:solidFill>
                <a:srgbClr val="00000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grpSp>
      <p:sp>
        <p:nvSpPr>
          <p:cNvPr id="88" name="PlaceHolder 1"/>
          <p:cNvSpPr>
            <a:spLocks noGrp="1"/>
          </p:cNvSpPr>
          <p:nvPr>
            <p:ph type="title"/>
          </p:nvPr>
        </p:nvSpPr>
        <p:spPr>
          <a:xfrm>
            <a:off x="693720" y="378000"/>
            <a:ext cx="3250800" cy="1323720"/>
          </a:xfrm>
          <a:prstGeom prst="rect">
            <a:avLst/>
          </a:prstGeom>
          <a:noFill/>
          <a:ln w="0">
            <a:noFill/>
          </a:ln>
        </p:spPr>
        <p:txBody>
          <a:bodyPr lIns="0" rIns="0" tIns="0" bIns="0" anchor="b">
            <a:noAutofit/>
          </a:bodyPr>
          <a:p>
            <a:pPr indent="0" algn="ctr">
              <a:lnSpc>
                <a:spcPct val="100000"/>
              </a:lnSpc>
              <a:buNone/>
            </a:pPr>
            <a:r>
              <a:rPr b="0" lang="en-US" sz="3200" strike="noStrike" u="none">
                <a:solidFill>
                  <a:srgbClr val="ff8000"/>
                </a:solidFill>
                <a:effectLst/>
                <a:highlight>
                  <a:srgbClr val="ffffff"/>
                </a:highlight>
                <a:uFillTx/>
                <a:latin typeface="Calibri"/>
              </a:rPr>
              <a:t>Click to edit Master title style</a:t>
            </a:r>
            <a:endParaRPr b="0" lang="en-US" sz="3200" strike="noStrike" u="none">
              <a:solidFill>
                <a:schemeClr val="dk1"/>
              </a:solidFill>
              <a:effectLst/>
              <a:uFillTx/>
              <a:latin typeface="Calibri"/>
            </a:endParaRPr>
          </a:p>
        </p:txBody>
      </p:sp>
      <p:sp>
        <p:nvSpPr>
          <p:cNvPr id="89" name="PlaceHolder 2"/>
          <p:cNvSpPr>
            <a:spLocks noGrp="1"/>
          </p:cNvSpPr>
          <p:nvPr>
            <p:ph type="body"/>
          </p:nvPr>
        </p:nvSpPr>
        <p:spPr>
          <a:xfrm>
            <a:off x="4286160" y="816120"/>
            <a:ext cx="5101920" cy="4030200"/>
          </a:xfrm>
          <a:prstGeom prst="rect">
            <a:avLst/>
          </a:prstGeom>
          <a:noFill/>
          <a:ln w="0">
            <a:noFill/>
          </a:ln>
        </p:spPr>
        <p:txBody>
          <a:bodyPr lIns="0" rIns="0" tIns="0" bIns="0" anchor="t">
            <a:noAutofit/>
          </a:bodyPr>
          <a:p>
            <a:pPr indent="0">
              <a:lnSpc>
                <a:spcPct val="100000"/>
              </a:lnSpc>
              <a:spcBef>
                <a:spcPts val="1060"/>
              </a:spcBef>
              <a:buNone/>
              <a:tabLst>
                <a:tab algn="l" pos="0"/>
              </a:tabLst>
            </a:pPr>
            <a:r>
              <a:rPr b="0" lang="en-US" sz="3200" strike="noStrike" u="none">
                <a:solidFill>
                  <a:srgbClr val="000000"/>
                </a:solidFill>
                <a:effectLst/>
                <a:highlight>
                  <a:srgbClr val="ffffff"/>
                </a:highlight>
                <a:uFillTx/>
                <a:latin typeface="Calibri"/>
              </a:rPr>
              <a:t>Click to edit Master text styles</a:t>
            </a:r>
            <a:endParaRPr b="0" lang="en-US" sz="3200" strike="noStrike" u="none">
              <a:solidFill>
                <a:schemeClr val="dk1"/>
              </a:solidFill>
              <a:effectLst/>
              <a:highlight>
                <a:srgbClr val="ffffff"/>
              </a:highlight>
              <a:uFillTx/>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tabLst>
                <a:tab algn="l" pos="0"/>
              </a:tabLst>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90" name="PlaceHolder 3"/>
          <p:cNvSpPr>
            <a:spLocks noGrp="1"/>
          </p:cNvSpPr>
          <p:nvPr>
            <p:ph type="body"/>
          </p:nvPr>
        </p:nvSpPr>
        <p:spPr>
          <a:xfrm>
            <a:off x="693720" y="1701720"/>
            <a:ext cx="3250800" cy="3150720"/>
          </a:xfrm>
          <a:prstGeom prst="rect">
            <a:avLst/>
          </a:prstGeom>
          <a:noFill/>
          <a:ln w="0">
            <a:noFill/>
          </a:ln>
        </p:spPr>
        <p:txBody>
          <a:bodyPr lIns="0" rIns="0" tIns="0" bIns="0" anchor="t">
            <a:noAutofit/>
          </a:bodyPr>
          <a:p>
            <a:pPr indent="0">
              <a:lnSpc>
                <a:spcPct val="100000"/>
              </a:lnSpc>
              <a:spcBef>
                <a:spcPts val="1060"/>
              </a:spcBef>
              <a:buNone/>
              <a:tabLst>
                <a:tab algn="l" pos="0"/>
              </a:tabLst>
            </a:pPr>
            <a:r>
              <a:rPr b="0" lang="en-US" sz="1600" strike="noStrike" u="none">
                <a:solidFill>
                  <a:srgbClr val="000000"/>
                </a:solidFill>
                <a:effectLst/>
                <a:highlight>
                  <a:srgbClr val="ffffff"/>
                </a:highlight>
                <a:uFillTx/>
                <a:latin typeface="Calibri"/>
              </a:rPr>
              <a:t>Click to edit Master text styles</a:t>
            </a:r>
            <a:endParaRPr b="0" lang="en-US" sz="1600" strike="noStrike" u="none">
              <a:solidFill>
                <a:schemeClr val="dk1"/>
              </a:solidFill>
              <a:effectLst/>
              <a:highlight>
                <a:srgbClr val="ffffff"/>
              </a:highlight>
              <a:uFillTx/>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91" name="Freeform: Shape 1"/>
          <p:cNvSpPr/>
          <p:nvPr/>
        </p:nvSpPr>
        <p:spPr>
          <a:xfrm rot="2337600">
            <a:off x="-1813680" y="4211280"/>
            <a:ext cx="6184800" cy="4830840"/>
          </a:xfrm>
          <a:custGeom>
            <a:avLst/>
            <a:gdLst>
              <a:gd name="textAreaLeft" fmla="*/ 0 w 6184800"/>
              <a:gd name="textAreaRight" fmla="*/ 6185160 w 6184800"/>
              <a:gd name="textAreaTop" fmla="*/ 0 h 4830840"/>
              <a:gd name="textAreaBottom" fmla="*/ 4831200 h 48308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7182" h="13421">
                <a:moveTo>
                  <a:pt x="0" y="0"/>
                </a:moveTo>
                <a:cubicBezTo>
                  <a:pt x="327" y="325"/>
                  <a:pt x="930" y="1027"/>
                  <a:pt x="1543" y="1308"/>
                </a:cubicBezTo>
                <a:cubicBezTo>
                  <a:pt x="2289" y="1650"/>
                  <a:pt x="3136" y="2262"/>
                  <a:pt x="3530" y="2758"/>
                </a:cubicBezTo>
                <a:cubicBezTo>
                  <a:pt x="3868" y="3184"/>
                  <a:pt x="5027" y="4060"/>
                  <a:pt x="5696" y="4437"/>
                </a:cubicBezTo>
                <a:cubicBezTo>
                  <a:pt x="6693" y="5000"/>
                  <a:pt x="7383" y="5645"/>
                  <a:pt x="7836" y="6118"/>
                </a:cubicBezTo>
                <a:cubicBezTo>
                  <a:pt x="8343" y="6646"/>
                  <a:pt x="9909" y="8050"/>
                  <a:pt x="10157" y="8298"/>
                </a:cubicBezTo>
                <a:cubicBezTo>
                  <a:pt x="10768" y="8909"/>
                  <a:pt x="11536" y="9199"/>
                  <a:pt x="12138" y="9755"/>
                </a:cubicBezTo>
                <a:cubicBezTo>
                  <a:pt x="12520" y="10107"/>
                  <a:pt x="12923" y="10436"/>
                  <a:pt x="13333" y="10757"/>
                </a:cubicBezTo>
                <a:cubicBezTo>
                  <a:pt x="13837" y="11152"/>
                  <a:pt x="14417" y="11458"/>
                  <a:pt x="14860" y="11920"/>
                </a:cubicBezTo>
                <a:cubicBezTo>
                  <a:pt x="15203" y="12277"/>
                  <a:pt x="15595" y="12584"/>
                  <a:pt x="15990" y="12881"/>
                </a:cubicBezTo>
                <a:cubicBezTo>
                  <a:pt x="16339" y="13144"/>
                  <a:pt x="16785" y="13241"/>
                  <a:pt x="17182" y="13421"/>
                </a:cubicBezTo>
              </a:path>
            </a:pathLst>
          </a:custGeom>
          <a:noFill/>
          <a:ln cap="rnd" w="79200">
            <a:solidFill>
              <a:srgbClr val="956134"/>
            </a:solidFill>
            <a:round/>
          </a:ln>
        </p:spPr>
        <p:style>
          <a:lnRef idx="0"/>
          <a:fillRef idx="0"/>
          <a:effectRef idx="0"/>
          <a:fontRef idx="minor"/>
        </p:style>
        <p:txBody>
          <a:bodyPr wrap="none" lIns="24840" rIns="24840" tIns="24840" bIns="2484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92" name="Group 2"/>
          <p:cNvGrpSpPr/>
          <p:nvPr/>
        </p:nvGrpSpPr>
        <p:grpSpPr>
          <a:xfrm>
            <a:off x="8123040" y="1415520"/>
            <a:ext cx="1384920" cy="1384200"/>
            <a:chOff x="8123040" y="1415520"/>
            <a:chExt cx="1384920" cy="1384200"/>
          </a:xfrm>
        </p:grpSpPr>
        <p:sp>
          <p:nvSpPr>
            <p:cNvPr id="93" name="Freeform: Shape 3"/>
            <p:cNvSpPr/>
            <p:nvPr/>
          </p:nvSpPr>
          <p:spPr>
            <a:xfrm rot="2700000">
              <a:off x="8600040" y="1690560"/>
              <a:ext cx="473760" cy="789840"/>
            </a:xfrm>
            <a:custGeom>
              <a:avLst/>
              <a:gdLst>
                <a:gd name="textAreaLeft" fmla="*/ 0 w 473760"/>
                <a:gd name="textAreaRight" fmla="*/ 474120 w 473760"/>
                <a:gd name="textAreaTop" fmla="*/ 0 h 789840"/>
                <a:gd name="textAreaBottom" fmla="*/ 790200 h 7898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8" h="2196">
                  <a:moveTo>
                    <a:pt x="0" y="0"/>
                  </a:moveTo>
                  <a:lnTo>
                    <a:pt x="0" y="2196"/>
                  </a:lnTo>
                  <a:lnTo>
                    <a:pt x="1318" y="2196"/>
                  </a:lnTo>
                  <a:lnTo>
                    <a:pt x="1318" y="0"/>
                  </a:lnTo>
                  <a:lnTo>
                    <a:pt x="1098" y="0"/>
                  </a:lnTo>
                  <a:lnTo>
                    <a:pt x="1098" y="1976"/>
                  </a:lnTo>
                  <a:lnTo>
                    <a:pt x="878" y="1976"/>
                  </a:lnTo>
                  <a:lnTo>
                    <a:pt x="878" y="0"/>
                  </a:lnTo>
                  <a:lnTo>
                    <a:pt x="439" y="0"/>
                  </a:lnTo>
                  <a:lnTo>
                    <a:pt x="439" y="1976"/>
                  </a:lnTo>
                  <a:lnTo>
                    <a:pt x="220" y="1976"/>
                  </a:lnTo>
                  <a:lnTo>
                    <a:pt x="220" y="0"/>
                  </a:lnTo>
                  <a:close/>
                </a:path>
              </a:pathLst>
            </a:custGeom>
            <a:solidFill>
              <a:srgbClr val="f3980f"/>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94" name="Freeform: Shape 4"/>
            <p:cNvSpPr/>
            <p:nvPr/>
          </p:nvSpPr>
          <p:spPr>
            <a:xfrm rot="2701800">
              <a:off x="9019440" y="1548360"/>
              <a:ext cx="474120" cy="236520"/>
            </a:xfrm>
            <a:custGeom>
              <a:avLst/>
              <a:gdLst>
                <a:gd name="textAreaLeft" fmla="*/ 0 w 474120"/>
                <a:gd name="textAreaRight" fmla="*/ 474480 w 474120"/>
                <a:gd name="textAreaTop" fmla="*/ 0 h 236520"/>
                <a:gd name="textAreaBottom" fmla="*/ 236880 h 23652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9" h="659">
                  <a:moveTo>
                    <a:pt x="1" y="659"/>
                  </a:moveTo>
                  <a:lnTo>
                    <a:pt x="0" y="184"/>
                  </a:lnTo>
                  <a:cubicBezTo>
                    <a:pt x="0" y="152"/>
                    <a:pt x="8" y="120"/>
                    <a:pt x="24" y="92"/>
                  </a:cubicBezTo>
                  <a:cubicBezTo>
                    <a:pt x="40" y="64"/>
                    <a:pt x="63" y="41"/>
                    <a:pt x="91" y="25"/>
                  </a:cubicBezTo>
                  <a:cubicBezTo>
                    <a:pt x="119" y="9"/>
                    <a:pt x="151" y="1"/>
                    <a:pt x="183" y="0"/>
                  </a:cubicBezTo>
                  <a:lnTo>
                    <a:pt x="1135" y="0"/>
                  </a:lnTo>
                  <a:cubicBezTo>
                    <a:pt x="1167" y="0"/>
                    <a:pt x="1199" y="8"/>
                    <a:pt x="1227" y="24"/>
                  </a:cubicBezTo>
                  <a:cubicBezTo>
                    <a:pt x="1254" y="41"/>
                    <a:pt x="1278" y="64"/>
                    <a:pt x="1294" y="91"/>
                  </a:cubicBezTo>
                  <a:cubicBezTo>
                    <a:pt x="1310" y="119"/>
                    <a:pt x="1318" y="151"/>
                    <a:pt x="1318" y="183"/>
                  </a:cubicBezTo>
                  <a:lnTo>
                    <a:pt x="1319" y="659"/>
                  </a:lnTo>
                  <a:close/>
                </a:path>
              </a:pathLst>
            </a:custGeom>
            <a:solidFill>
              <a:srgbClr val="78171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95" name="Group 5"/>
            <p:cNvGrpSpPr/>
            <p:nvPr/>
          </p:nvGrpSpPr>
          <p:grpSpPr>
            <a:xfrm>
              <a:off x="8123040" y="2253960"/>
              <a:ext cx="546120" cy="545760"/>
              <a:chOff x="8123040" y="2253960"/>
              <a:chExt cx="546120" cy="545760"/>
            </a:xfrm>
          </p:grpSpPr>
          <p:sp>
            <p:nvSpPr>
              <p:cNvPr id="96" name="Freeform: Shape 6"/>
              <p:cNvSpPr/>
              <p:nvPr/>
            </p:nvSpPr>
            <p:spPr>
              <a:xfrm rot="2696400">
                <a:off x="8159040" y="2377440"/>
                <a:ext cx="473400" cy="298800"/>
              </a:xfrm>
              <a:custGeom>
                <a:avLst/>
                <a:gdLst>
                  <a:gd name="textAreaLeft" fmla="*/ 0 w 473400"/>
                  <a:gd name="textAreaRight" fmla="*/ 473760 w 473400"/>
                  <a:gd name="textAreaTop" fmla="*/ 0 h 298800"/>
                  <a:gd name="textAreaBottom" fmla="*/ 299160 h 29880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17" h="832">
                    <a:moveTo>
                      <a:pt x="1317" y="1"/>
                    </a:moveTo>
                    <a:lnTo>
                      <a:pt x="658" y="832"/>
                    </a:lnTo>
                    <a:lnTo>
                      <a:pt x="0" y="0"/>
                    </a:lnTo>
                    <a:close/>
                  </a:path>
                </a:pathLst>
              </a:custGeom>
              <a:solidFill>
                <a:srgbClr val="f5b09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97" name="Freeform: Shape 7"/>
              <p:cNvSpPr/>
              <p:nvPr/>
            </p:nvSpPr>
            <p:spPr>
              <a:xfrm rot="2700000">
                <a:off x="8224560" y="2506320"/>
                <a:ext cx="236520" cy="147960"/>
              </a:xfrm>
              <a:custGeom>
                <a:avLst/>
                <a:gdLst>
                  <a:gd name="textAreaLeft" fmla="*/ 0 w 236520"/>
                  <a:gd name="textAreaRight" fmla="*/ 236880 w 236520"/>
                  <a:gd name="textAreaTop" fmla="*/ 0 h 147960"/>
                  <a:gd name="textAreaBottom" fmla="*/ 148320 h 14796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59" h="413">
                    <a:moveTo>
                      <a:pt x="659" y="0"/>
                    </a:moveTo>
                    <a:lnTo>
                      <a:pt x="329" y="413"/>
                    </a:lnTo>
                    <a:lnTo>
                      <a:pt x="0" y="0"/>
                    </a:lnTo>
                    <a:close/>
                  </a:path>
                </a:pathLst>
              </a:custGeom>
              <a:solidFill>
                <a:srgbClr val="00000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grpSp>
      <p:sp>
        <p:nvSpPr>
          <p:cNvPr id="98" name="PlaceHolder 1"/>
          <p:cNvSpPr>
            <a:spLocks noGrp="1"/>
          </p:cNvSpPr>
          <p:nvPr>
            <p:ph type="title"/>
          </p:nvPr>
        </p:nvSpPr>
        <p:spPr>
          <a:xfrm>
            <a:off x="693720" y="378000"/>
            <a:ext cx="3250800" cy="1323720"/>
          </a:xfrm>
          <a:prstGeom prst="rect">
            <a:avLst/>
          </a:prstGeom>
          <a:noFill/>
          <a:ln w="0">
            <a:noFill/>
          </a:ln>
        </p:spPr>
        <p:txBody>
          <a:bodyPr lIns="0" rIns="0" tIns="0" bIns="0" anchor="b">
            <a:noAutofit/>
          </a:bodyPr>
          <a:p>
            <a:pPr indent="0" algn="ctr">
              <a:lnSpc>
                <a:spcPct val="100000"/>
              </a:lnSpc>
              <a:buNone/>
            </a:pPr>
            <a:r>
              <a:rPr b="0" lang="en-US" sz="3200" strike="noStrike" u="none">
                <a:solidFill>
                  <a:srgbClr val="ff8000"/>
                </a:solidFill>
                <a:effectLst/>
                <a:highlight>
                  <a:srgbClr val="ffffff"/>
                </a:highlight>
                <a:uFillTx/>
                <a:latin typeface="Calibri"/>
              </a:rPr>
              <a:t>Click to edit Master title style</a:t>
            </a:r>
            <a:endParaRPr b="0" lang="en-US" sz="3200" strike="noStrike" u="none">
              <a:solidFill>
                <a:schemeClr val="dk1"/>
              </a:solidFill>
              <a:effectLst/>
              <a:uFillTx/>
              <a:latin typeface="Calibri"/>
            </a:endParaRPr>
          </a:p>
        </p:txBody>
      </p:sp>
      <p:sp>
        <p:nvSpPr>
          <p:cNvPr id="99" name="PlaceHolder 2"/>
          <p:cNvSpPr>
            <a:spLocks noGrp="1"/>
          </p:cNvSpPr>
          <p:nvPr>
            <p:ph type="body"/>
          </p:nvPr>
        </p:nvSpPr>
        <p:spPr>
          <a:xfrm>
            <a:off x="4286160" y="816120"/>
            <a:ext cx="5101920" cy="403020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highlight>
                  <a:srgbClr val="ffffff"/>
                </a:highlight>
                <a:uFillTx/>
                <a:latin typeface="Calibri"/>
              </a:rPr>
              <a:t>Click to edit the outline text format</a:t>
            </a:r>
            <a:endParaRPr b="0" lang="en-US" sz="3200" strike="noStrike" u="none">
              <a:solidFill>
                <a:schemeClr val="dk1"/>
              </a:solidFill>
              <a:effectLst/>
              <a:highlight>
                <a:srgbClr val="ffffff"/>
              </a:highlight>
              <a:uFillTx/>
              <a:latin typeface="Calibri"/>
            </a:endParaRPr>
          </a:p>
          <a:p>
            <a:pPr lvl="1" marL="864000" indent="-324000">
              <a:lnSpc>
                <a:spcPct val="90000"/>
              </a:lnSpc>
              <a:spcBef>
                <a:spcPts val="1134"/>
              </a:spcBef>
              <a:buClr>
                <a:srgbClr val="000000"/>
              </a:buClr>
              <a:buSzPct val="75000"/>
              <a:buFont typeface="Symbol" charset="2"/>
              <a:buChar char=""/>
            </a:pPr>
            <a:r>
              <a:rPr b="0" lang="en-US" sz="3200" strike="noStrike" u="none">
                <a:solidFill>
                  <a:schemeClr val="dk1"/>
                </a:solidFill>
                <a:effectLst/>
                <a:uFillTx/>
                <a:latin typeface="Calibri"/>
              </a:rPr>
              <a:t>Second Outline Level</a:t>
            </a:r>
            <a:endParaRPr b="0" lang="en-US" sz="3200" strike="noStrike" u="none">
              <a:solidFill>
                <a:schemeClr val="dk1"/>
              </a:solidFill>
              <a:effectLst/>
              <a:uFillTx/>
              <a:latin typeface="Calibri"/>
            </a:endParaRPr>
          </a:p>
          <a:p>
            <a:pPr lvl="2" marL="1296000" indent="-288000">
              <a:lnSpc>
                <a:spcPct val="90000"/>
              </a:lnSpc>
              <a:spcBef>
                <a:spcPts val="850"/>
              </a:spcBef>
              <a:buClr>
                <a:srgbClr val="000000"/>
              </a:buClr>
              <a:buSzPct val="45000"/>
              <a:buFont typeface="Wingdings" charset="2"/>
              <a:buChar char=""/>
            </a:pPr>
            <a:r>
              <a:rPr b="0" lang="en-US" sz="3200" strike="noStrike" u="none">
                <a:solidFill>
                  <a:schemeClr val="dk1"/>
                </a:solidFill>
                <a:effectLst/>
                <a:uFillTx/>
                <a:latin typeface="Calibri"/>
              </a:rPr>
              <a:t>Third Outline Level</a:t>
            </a:r>
            <a:endParaRPr b="0" lang="en-US" sz="3200" strike="noStrike" u="none">
              <a:solidFill>
                <a:schemeClr val="dk1"/>
              </a:solidFill>
              <a:effectLst/>
              <a:uFillTx/>
              <a:latin typeface="Calibri"/>
            </a:endParaRPr>
          </a:p>
          <a:p>
            <a:pPr lvl="3" marL="1728000" indent="-216000">
              <a:lnSpc>
                <a:spcPct val="90000"/>
              </a:lnSpc>
              <a:spcBef>
                <a:spcPts val="567"/>
              </a:spcBef>
              <a:buClr>
                <a:srgbClr val="000000"/>
              </a:buClr>
              <a:buSzPct val="75000"/>
              <a:buFont typeface="Symbol" charset="2"/>
              <a:buChar char=""/>
            </a:pPr>
            <a:r>
              <a:rPr b="0" lang="en-US" sz="3200" strike="noStrike" u="none">
                <a:solidFill>
                  <a:schemeClr val="dk1"/>
                </a:solidFill>
                <a:effectLst/>
                <a:uFillTx/>
                <a:latin typeface="Calibri"/>
              </a:rPr>
              <a:t>Fourth Outline Level</a:t>
            </a:r>
            <a:endParaRPr b="0" lang="en-US" sz="3200" strike="noStrike" u="none">
              <a:solidFill>
                <a:schemeClr val="dk1"/>
              </a:solidFill>
              <a:effectLst/>
              <a:uFillTx/>
              <a:latin typeface="Calibri"/>
            </a:endParaRPr>
          </a:p>
          <a:p>
            <a:pPr lvl="4" marL="2160000" indent="-216000">
              <a:lnSpc>
                <a:spcPct val="90000"/>
              </a:lnSpc>
              <a:spcBef>
                <a:spcPts val="283"/>
              </a:spcBef>
              <a:buClr>
                <a:srgbClr val="000000"/>
              </a:buClr>
              <a:buSzPct val="45000"/>
              <a:buFont typeface="Wingdings" charset="2"/>
              <a:buChar char=""/>
            </a:pPr>
            <a:r>
              <a:rPr b="0" lang="en-US" sz="3200" strike="noStrike" u="none">
                <a:solidFill>
                  <a:schemeClr val="dk1"/>
                </a:solidFill>
                <a:effectLst/>
                <a:uFillTx/>
                <a:latin typeface="Calibri"/>
              </a:rPr>
              <a:t>Fifth Outline Level</a:t>
            </a:r>
            <a:endParaRPr b="0" lang="en-US" sz="3200" strike="noStrike" u="none">
              <a:solidFill>
                <a:schemeClr val="dk1"/>
              </a:solidFill>
              <a:effectLst/>
              <a:uFillTx/>
              <a:latin typeface="Calibri"/>
            </a:endParaRPr>
          </a:p>
          <a:p>
            <a:pPr lvl="5" marL="2592000" indent="-216000">
              <a:lnSpc>
                <a:spcPct val="90000"/>
              </a:lnSpc>
              <a:spcBef>
                <a:spcPts val="283"/>
              </a:spcBef>
              <a:buClr>
                <a:srgbClr val="000000"/>
              </a:buClr>
              <a:buSzPct val="45000"/>
              <a:buFont typeface="Wingdings" charset="2"/>
              <a:buChar char=""/>
            </a:pPr>
            <a:r>
              <a:rPr b="0" lang="en-US" sz="3200" strike="noStrike" u="none">
                <a:solidFill>
                  <a:schemeClr val="dk1"/>
                </a:solidFill>
                <a:effectLst/>
                <a:uFillTx/>
                <a:latin typeface="Calibri"/>
              </a:rPr>
              <a:t>Sixth Outline Level</a:t>
            </a:r>
            <a:endParaRPr b="0" lang="en-US" sz="3200" strike="noStrike" u="none">
              <a:solidFill>
                <a:schemeClr val="dk1"/>
              </a:solidFill>
              <a:effectLst/>
              <a:uFillTx/>
              <a:latin typeface="Calibri"/>
            </a:endParaRPr>
          </a:p>
          <a:p>
            <a:pPr lvl="6" marL="3024000" indent="-216000">
              <a:lnSpc>
                <a:spcPct val="90000"/>
              </a:lnSpc>
              <a:spcBef>
                <a:spcPts val="283"/>
              </a:spcBef>
              <a:buClr>
                <a:srgbClr val="000000"/>
              </a:buClr>
              <a:buSzPct val="45000"/>
              <a:buFont typeface="Wingdings" charset="2"/>
              <a:buChar char=""/>
            </a:pPr>
            <a:r>
              <a:rPr b="0" lang="en-US" sz="3200" strike="noStrike" u="none">
                <a:solidFill>
                  <a:schemeClr val="dk1"/>
                </a:solidFill>
                <a:effectLst/>
                <a:uFillTx/>
                <a:latin typeface="Calibri"/>
              </a:rPr>
              <a:t>Seventh Outline Level</a:t>
            </a:r>
            <a:endParaRPr b="0" lang="en-US" sz="3200" strike="noStrike" u="none">
              <a:solidFill>
                <a:schemeClr val="dk1"/>
              </a:solidFill>
              <a:effectLst/>
              <a:uFillTx/>
              <a:latin typeface="Calibri"/>
            </a:endParaRPr>
          </a:p>
        </p:txBody>
      </p:sp>
      <p:sp>
        <p:nvSpPr>
          <p:cNvPr id="100" name="PlaceHolder 3"/>
          <p:cNvSpPr>
            <a:spLocks noGrp="1"/>
          </p:cNvSpPr>
          <p:nvPr>
            <p:ph type="body"/>
          </p:nvPr>
        </p:nvSpPr>
        <p:spPr>
          <a:xfrm>
            <a:off x="693720" y="1701720"/>
            <a:ext cx="3250800" cy="3150720"/>
          </a:xfrm>
          <a:prstGeom prst="rect">
            <a:avLst/>
          </a:prstGeom>
          <a:noFill/>
          <a:ln w="0">
            <a:noFill/>
          </a:ln>
        </p:spPr>
        <p:txBody>
          <a:bodyPr lIns="0" rIns="0" tIns="0" bIns="0" anchor="t">
            <a:noAutofit/>
          </a:bodyPr>
          <a:p>
            <a:pPr indent="0">
              <a:lnSpc>
                <a:spcPct val="100000"/>
              </a:lnSpc>
              <a:spcBef>
                <a:spcPts val="1060"/>
              </a:spcBef>
              <a:buNone/>
              <a:tabLst>
                <a:tab algn="l" pos="0"/>
              </a:tabLst>
            </a:pPr>
            <a:r>
              <a:rPr b="0" lang="en-US" sz="1600" strike="noStrike" u="none">
                <a:solidFill>
                  <a:srgbClr val="000000"/>
                </a:solidFill>
                <a:effectLst/>
                <a:highlight>
                  <a:srgbClr val="ffffff"/>
                </a:highlight>
                <a:uFillTx/>
                <a:latin typeface="Calibri"/>
              </a:rPr>
              <a:t>Click to edit Master text styles</a:t>
            </a:r>
            <a:endParaRPr b="0" lang="en-US" sz="1600" strike="noStrike" u="none">
              <a:solidFill>
                <a:schemeClr val="dk1"/>
              </a:solidFill>
              <a:effectLst/>
              <a:highlight>
                <a:srgbClr val="ffffff"/>
              </a:highlight>
              <a:uFillTx/>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101" name="Freeform: Shape 1"/>
          <p:cNvSpPr/>
          <p:nvPr/>
        </p:nvSpPr>
        <p:spPr>
          <a:xfrm rot="1999800">
            <a:off x="-1789920" y="6885360"/>
            <a:ext cx="7085160" cy="5192280"/>
          </a:xfrm>
          <a:custGeom>
            <a:avLst/>
            <a:gdLst>
              <a:gd name="textAreaLeft" fmla="*/ 0 w 7085160"/>
              <a:gd name="textAreaRight" fmla="*/ 7085520 w 7085160"/>
              <a:gd name="textAreaTop" fmla="*/ 0 h 5192280"/>
              <a:gd name="textAreaBottom" fmla="*/ 5192640 h 519228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683" h="14425">
                <a:moveTo>
                  <a:pt x="0" y="0"/>
                </a:moveTo>
                <a:cubicBezTo>
                  <a:pt x="175" y="233"/>
                  <a:pt x="1566" y="1307"/>
                  <a:pt x="1767" y="1406"/>
                </a:cubicBezTo>
                <a:cubicBezTo>
                  <a:pt x="1969" y="1505"/>
                  <a:pt x="3923" y="2817"/>
                  <a:pt x="4044" y="2964"/>
                </a:cubicBezTo>
                <a:cubicBezTo>
                  <a:pt x="4165" y="3111"/>
                  <a:pt x="6422" y="4621"/>
                  <a:pt x="6526" y="4769"/>
                </a:cubicBezTo>
                <a:cubicBezTo>
                  <a:pt x="6630" y="4916"/>
                  <a:pt x="8863" y="6469"/>
                  <a:pt x="8977" y="6576"/>
                </a:cubicBezTo>
                <a:cubicBezTo>
                  <a:pt x="9091" y="6683"/>
                  <a:pt x="11355" y="8649"/>
                  <a:pt x="11636" y="8919"/>
                </a:cubicBezTo>
                <a:cubicBezTo>
                  <a:pt x="11916" y="9188"/>
                  <a:pt x="13665" y="10290"/>
                  <a:pt x="13905" y="10485"/>
                </a:cubicBezTo>
                <a:cubicBezTo>
                  <a:pt x="14146" y="10680"/>
                  <a:pt x="14942" y="11318"/>
                  <a:pt x="15274" y="11562"/>
                </a:cubicBezTo>
                <a:cubicBezTo>
                  <a:pt x="15606" y="11806"/>
                  <a:pt x="16586" y="12385"/>
                  <a:pt x="17024" y="12812"/>
                </a:cubicBezTo>
                <a:cubicBezTo>
                  <a:pt x="17462" y="13239"/>
                  <a:pt x="17862" y="13523"/>
                  <a:pt x="18318" y="13845"/>
                </a:cubicBezTo>
                <a:cubicBezTo>
                  <a:pt x="18774" y="14168"/>
                  <a:pt x="19228" y="14232"/>
                  <a:pt x="19683" y="14425"/>
                </a:cubicBezTo>
              </a:path>
            </a:pathLst>
          </a:custGeom>
          <a:noFill/>
          <a:ln cap="rnd" w="57600">
            <a:solidFill>
              <a:srgbClr val="956134"/>
            </a:solidFill>
            <a:round/>
          </a:ln>
        </p:spPr>
        <p:style>
          <a:lnRef idx="0"/>
          <a:fillRef idx="0"/>
          <a:effectRef idx="0"/>
          <a:fontRef idx="minor"/>
        </p:style>
        <p:txBody>
          <a:bodyPr wrap="none" lIns="14040" rIns="14040" tIns="14040" bIns="1404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102" name="Group 2"/>
          <p:cNvGrpSpPr/>
          <p:nvPr/>
        </p:nvGrpSpPr>
        <p:grpSpPr>
          <a:xfrm>
            <a:off x="8726400" y="55800"/>
            <a:ext cx="851040" cy="850320"/>
            <a:chOff x="8726400" y="55800"/>
            <a:chExt cx="851040" cy="850320"/>
          </a:xfrm>
        </p:grpSpPr>
        <p:sp>
          <p:nvSpPr>
            <p:cNvPr id="103" name="Freeform: Shape 3"/>
            <p:cNvSpPr/>
            <p:nvPr/>
          </p:nvSpPr>
          <p:spPr>
            <a:xfrm rot="2697000">
              <a:off x="9019440" y="224640"/>
              <a:ext cx="291240" cy="485640"/>
            </a:xfrm>
            <a:custGeom>
              <a:avLst/>
              <a:gdLst>
                <a:gd name="textAreaLeft" fmla="*/ 0 w 291240"/>
                <a:gd name="textAreaRight" fmla="*/ 291600 w 291240"/>
                <a:gd name="textAreaTop" fmla="*/ 0 h 485640"/>
                <a:gd name="textAreaBottom" fmla="*/ 486000 h 4856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11" h="1351">
                  <a:moveTo>
                    <a:pt x="1" y="0"/>
                  </a:moveTo>
                  <a:lnTo>
                    <a:pt x="0" y="1350"/>
                  </a:lnTo>
                  <a:lnTo>
                    <a:pt x="810" y="1351"/>
                  </a:lnTo>
                  <a:lnTo>
                    <a:pt x="811" y="1"/>
                  </a:lnTo>
                  <a:lnTo>
                    <a:pt x="676" y="1"/>
                  </a:lnTo>
                  <a:lnTo>
                    <a:pt x="675" y="1216"/>
                  </a:lnTo>
                  <a:lnTo>
                    <a:pt x="540" y="1215"/>
                  </a:lnTo>
                  <a:lnTo>
                    <a:pt x="541" y="0"/>
                  </a:lnTo>
                  <a:lnTo>
                    <a:pt x="271" y="0"/>
                  </a:lnTo>
                  <a:lnTo>
                    <a:pt x="270" y="1215"/>
                  </a:lnTo>
                  <a:lnTo>
                    <a:pt x="135" y="1215"/>
                  </a:lnTo>
                  <a:lnTo>
                    <a:pt x="136" y="0"/>
                  </a:lnTo>
                  <a:close/>
                </a:path>
              </a:pathLst>
            </a:custGeom>
            <a:solidFill>
              <a:srgbClr val="f3980f"/>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104" name="Freeform: Shape 4"/>
            <p:cNvSpPr/>
            <p:nvPr/>
          </p:nvSpPr>
          <p:spPr>
            <a:xfrm rot="2703000">
              <a:off x="9277200" y="137160"/>
              <a:ext cx="291240" cy="145440"/>
            </a:xfrm>
            <a:custGeom>
              <a:avLst/>
              <a:gdLst>
                <a:gd name="textAreaLeft" fmla="*/ 0 w 291240"/>
                <a:gd name="textAreaRight" fmla="*/ 291600 w 291240"/>
                <a:gd name="textAreaTop" fmla="*/ 0 h 145440"/>
                <a:gd name="textAreaBottom" fmla="*/ 145800 h 1454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11" h="406">
                  <a:moveTo>
                    <a:pt x="0" y="406"/>
                  </a:moveTo>
                  <a:lnTo>
                    <a:pt x="0" y="113"/>
                  </a:lnTo>
                  <a:cubicBezTo>
                    <a:pt x="0" y="93"/>
                    <a:pt x="5" y="74"/>
                    <a:pt x="15" y="57"/>
                  </a:cubicBezTo>
                  <a:cubicBezTo>
                    <a:pt x="25" y="40"/>
                    <a:pt x="39" y="26"/>
                    <a:pt x="56" y="16"/>
                  </a:cubicBezTo>
                  <a:cubicBezTo>
                    <a:pt x="73" y="6"/>
                    <a:pt x="93" y="1"/>
                    <a:pt x="112" y="1"/>
                  </a:cubicBezTo>
                  <a:lnTo>
                    <a:pt x="698" y="0"/>
                  </a:lnTo>
                  <a:cubicBezTo>
                    <a:pt x="718" y="0"/>
                    <a:pt x="737" y="5"/>
                    <a:pt x="754" y="15"/>
                  </a:cubicBezTo>
                  <a:cubicBezTo>
                    <a:pt x="771" y="25"/>
                    <a:pt x="785" y="39"/>
                    <a:pt x="795" y="56"/>
                  </a:cubicBezTo>
                  <a:cubicBezTo>
                    <a:pt x="805" y="73"/>
                    <a:pt x="810" y="93"/>
                    <a:pt x="810" y="112"/>
                  </a:cubicBezTo>
                  <a:lnTo>
                    <a:pt x="811" y="405"/>
                  </a:lnTo>
                  <a:close/>
                </a:path>
              </a:pathLst>
            </a:custGeom>
            <a:solidFill>
              <a:srgbClr val="78171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105" name="Group 5"/>
            <p:cNvGrpSpPr/>
            <p:nvPr/>
          </p:nvGrpSpPr>
          <p:grpSpPr>
            <a:xfrm>
              <a:off x="8726400" y="571320"/>
              <a:ext cx="335160" cy="334800"/>
              <a:chOff x="8726400" y="571320"/>
              <a:chExt cx="335160" cy="334800"/>
            </a:xfrm>
          </p:grpSpPr>
          <p:sp>
            <p:nvSpPr>
              <p:cNvPr id="106" name="Freeform: Shape 6"/>
              <p:cNvSpPr/>
              <p:nvPr/>
            </p:nvSpPr>
            <p:spPr>
              <a:xfrm rot="2697000">
                <a:off x="8748720" y="646920"/>
                <a:ext cx="290520" cy="183240"/>
              </a:xfrm>
              <a:custGeom>
                <a:avLst/>
                <a:gdLst>
                  <a:gd name="textAreaLeft" fmla="*/ 0 w 290520"/>
                  <a:gd name="textAreaRight" fmla="*/ 290880 w 290520"/>
                  <a:gd name="textAreaTop" fmla="*/ 0 h 183240"/>
                  <a:gd name="textAreaBottom" fmla="*/ 183600 h 1832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09" h="511">
                    <a:moveTo>
                      <a:pt x="809" y="1"/>
                    </a:moveTo>
                    <a:lnTo>
                      <a:pt x="406" y="511"/>
                    </a:lnTo>
                    <a:lnTo>
                      <a:pt x="0" y="0"/>
                    </a:lnTo>
                    <a:close/>
                  </a:path>
                </a:pathLst>
              </a:custGeom>
              <a:solidFill>
                <a:srgbClr val="f5b09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107" name="Freeform: Shape 7"/>
              <p:cNvSpPr/>
              <p:nvPr/>
            </p:nvSpPr>
            <p:spPr>
              <a:xfrm rot="2700000">
                <a:off x="8788320" y="726120"/>
                <a:ext cx="145080" cy="90720"/>
              </a:xfrm>
              <a:custGeom>
                <a:avLst/>
                <a:gdLst>
                  <a:gd name="textAreaLeft" fmla="*/ 0 w 145080"/>
                  <a:gd name="textAreaRight" fmla="*/ 145440 w 145080"/>
                  <a:gd name="textAreaTop" fmla="*/ 0 h 90720"/>
                  <a:gd name="textAreaBottom" fmla="*/ 91080 h 9072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05" h="254">
                    <a:moveTo>
                      <a:pt x="405" y="0"/>
                    </a:moveTo>
                    <a:lnTo>
                      <a:pt x="202" y="254"/>
                    </a:lnTo>
                    <a:lnTo>
                      <a:pt x="0" y="0"/>
                    </a:lnTo>
                    <a:close/>
                  </a:path>
                </a:pathLst>
              </a:custGeom>
              <a:solidFill>
                <a:srgbClr val="00000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grpSp>
      <p:sp>
        <p:nvSpPr>
          <p:cNvPr id="108" name="PlaceHolder 1"/>
          <p:cNvSpPr>
            <a:spLocks noGrp="1"/>
          </p:cNvSpPr>
          <p:nvPr>
            <p:ph type="title"/>
          </p:nvPr>
        </p:nvSpPr>
        <p:spPr>
          <a:xfrm>
            <a:off x="1260360" y="928800"/>
            <a:ext cx="7559280" cy="1972800"/>
          </a:xfrm>
          <a:prstGeom prst="rect">
            <a:avLst/>
          </a:prstGeom>
          <a:noFill/>
          <a:ln w="0">
            <a:noFill/>
          </a:ln>
        </p:spPr>
        <p:txBody>
          <a:bodyPr lIns="0" rIns="0" tIns="0" bIns="0" anchor="b">
            <a:noAutofit/>
          </a:bodyPr>
          <a:p>
            <a:pPr indent="0" algn="ctr">
              <a:lnSpc>
                <a:spcPct val="100000"/>
              </a:lnSpc>
              <a:buNone/>
            </a:pPr>
            <a:r>
              <a:rPr b="0" lang="en-US" sz="6000" strike="noStrike" u="none">
                <a:solidFill>
                  <a:srgbClr val="ff8000"/>
                </a:solidFill>
                <a:effectLst/>
                <a:uFillTx/>
                <a:latin typeface="Calibri"/>
              </a:rPr>
              <a:t>Click to edit Master title style</a:t>
            </a:r>
            <a:endParaRPr b="0" lang="en-US" sz="6000" strike="noStrike" u="none">
              <a:solidFill>
                <a:schemeClr val="dk1"/>
              </a:solidFill>
              <a:effectLst/>
              <a:uFillTx/>
              <a:latin typeface="Calibri"/>
            </a:endParaRPr>
          </a:p>
        </p:txBody>
      </p:sp>
      <p:sp>
        <p:nvSpPr>
          <p:cNvPr id="109" name="PlaceHolder 2"/>
          <p:cNvSpPr>
            <a:spLocks noGrp="1"/>
          </p:cNvSpPr>
          <p:nvPr>
            <p:ph type="dt" idx="1"/>
          </p:nvPr>
        </p:nvSpPr>
        <p:spPr>
          <a:xfrm>
            <a:off x="540000" y="5400000"/>
            <a:ext cx="2339640" cy="2696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DejaVu Serif"/>
              </a:defRPr>
            </a:lvl1pPr>
          </a:lstStyle>
          <a:p>
            <a:pPr indent="0">
              <a:buNone/>
            </a:pPr>
            <a:r>
              <a:rPr b="0" lang="en-US" sz="1400" strike="noStrike" u="none">
                <a:solidFill>
                  <a:srgbClr val="000000"/>
                </a:solidFill>
                <a:effectLst/>
                <a:uFillTx/>
                <a:latin typeface="DejaVu Serif"/>
              </a:rPr>
              <a:t>&lt;date/time&gt;</a:t>
            </a:r>
            <a:endParaRPr b="0" lang="en-US" sz="1400" strike="noStrike" u="none">
              <a:solidFill>
                <a:srgbClr val="000000"/>
              </a:solidFill>
              <a:effectLst/>
              <a:uFillTx/>
              <a:latin typeface="DejaVu Serif"/>
            </a:endParaRPr>
          </a:p>
        </p:txBody>
      </p:sp>
      <p:sp>
        <p:nvSpPr>
          <p:cNvPr id="110" name="PlaceHolder 3"/>
          <p:cNvSpPr>
            <a:spLocks noGrp="1"/>
          </p:cNvSpPr>
          <p:nvPr>
            <p:ph type="ftr" idx="2"/>
          </p:nvPr>
        </p:nvSpPr>
        <p:spPr>
          <a:xfrm>
            <a:off x="3420000" y="5400000"/>
            <a:ext cx="3239640" cy="269640"/>
          </a:xfrm>
          <a:prstGeom prst="rect">
            <a:avLst/>
          </a:prstGeom>
          <a:noFill/>
          <a:ln w="0">
            <a:noFill/>
          </a:ln>
        </p:spPr>
        <p:txBody>
          <a:bodyPr lIns="0" rIns="0" tIns="0" bIns="0" anchor="t">
            <a:noAutofit/>
          </a:bodyPr>
          <a:lstStyle>
            <a:lvl1pPr indent="0" algn="ctr">
              <a:buNone/>
              <a:defRPr b="0" lang="en-US" sz="1400" strike="noStrike" u="none">
                <a:solidFill>
                  <a:srgbClr val="000000"/>
                </a:solidFill>
                <a:effectLst/>
                <a:uFillTx/>
                <a:latin typeface="DejaVu Serif"/>
              </a:defRPr>
            </a:lvl1pPr>
          </a:lstStyle>
          <a:p>
            <a:pPr indent="0" algn="ctr">
              <a:buNone/>
            </a:pPr>
            <a:r>
              <a:rPr b="0" lang="en-US" sz="1400" strike="noStrike" u="none">
                <a:solidFill>
                  <a:srgbClr val="000000"/>
                </a:solidFill>
                <a:effectLst/>
                <a:uFillTx/>
                <a:latin typeface="DejaVu Serif"/>
              </a:rPr>
              <a:t>&lt;footer&gt;</a:t>
            </a:r>
            <a:endParaRPr b="0" lang="en-US" sz="1400" strike="noStrike" u="none">
              <a:solidFill>
                <a:srgbClr val="000000"/>
              </a:solidFill>
              <a:effectLst/>
              <a:uFillTx/>
              <a:latin typeface="DejaVu Serif"/>
            </a:endParaRPr>
          </a:p>
        </p:txBody>
      </p:sp>
      <p:sp>
        <p:nvSpPr>
          <p:cNvPr id="111" name="PlaceHolder 4"/>
          <p:cNvSpPr>
            <a:spLocks noGrp="1"/>
          </p:cNvSpPr>
          <p:nvPr>
            <p:ph type="sldNum" idx="3"/>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B71BA46D-85D4-4429-BBCB-8EFAC8D34ABF}"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Default 1">
    <p:spTree>
      <p:nvGrpSpPr>
        <p:cNvPr id="1" name=""/>
        <p:cNvGrpSpPr/>
        <p:nvPr/>
      </p:nvGrpSpPr>
      <p:grpSpPr>
        <a:xfrm>
          <a:off x="0" y="0"/>
          <a:ext cx="0" cy="0"/>
          <a:chOff x="0" y="0"/>
          <a:chExt cx="0" cy="0"/>
        </a:xfrm>
      </p:grpSpPr>
      <p:sp>
        <p:nvSpPr>
          <p:cNvPr id="112" name="Freeform: Shape 1"/>
          <p:cNvSpPr/>
          <p:nvPr/>
        </p:nvSpPr>
        <p:spPr>
          <a:xfrm rot="1999800">
            <a:off x="-1789920" y="6885360"/>
            <a:ext cx="7085160" cy="5192280"/>
          </a:xfrm>
          <a:custGeom>
            <a:avLst/>
            <a:gdLst>
              <a:gd name="textAreaLeft" fmla="*/ 0 w 7085160"/>
              <a:gd name="textAreaRight" fmla="*/ 7085520 w 7085160"/>
              <a:gd name="textAreaTop" fmla="*/ 0 h 5192280"/>
              <a:gd name="textAreaBottom" fmla="*/ 5192640 h 519228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683" h="14425">
                <a:moveTo>
                  <a:pt x="0" y="0"/>
                </a:moveTo>
                <a:cubicBezTo>
                  <a:pt x="175" y="233"/>
                  <a:pt x="1566" y="1307"/>
                  <a:pt x="1767" y="1406"/>
                </a:cubicBezTo>
                <a:cubicBezTo>
                  <a:pt x="1969" y="1505"/>
                  <a:pt x="3923" y="2817"/>
                  <a:pt x="4044" y="2964"/>
                </a:cubicBezTo>
                <a:cubicBezTo>
                  <a:pt x="4165" y="3111"/>
                  <a:pt x="6422" y="4621"/>
                  <a:pt x="6526" y="4769"/>
                </a:cubicBezTo>
                <a:cubicBezTo>
                  <a:pt x="6630" y="4916"/>
                  <a:pt x="8863" y="6469"/>
                  <a:pt x="8977" y="6576"/>
                </a:cubicBezTo>
                <a:cubicBezTo>
                  <a:pt x="9091" y="6683"/>
                  <a:pt x="11355" y="8649"/>
                  <a:pt x="11636" y="8919"/>
                </a:cubicBezTo>
                <a:cubicBezTo>
                  <a:pt x="11916" y="9188"/>
                  <a:pt x="13665" y="10290"/>
                  <a:pt x="13905" y="10485"/>
                </a:cubicBezTo>
                <a:cubicBezTo>
                  <a:pt x="14146" y="10680"/>
                  <a:pt x="14942" y="11318"/>
                  <a:pt x="15274" y="11562"/>
                </a:cubicBezTo>
                <a:cubicBezTo>
                  <a:pt x="15606" y="11806"/>
                  <a:pt x="16586" y="12385"/>
                  <a:pt x="17024" y="12812"/>
                </a:cubicBezTo>
                <a:cubicBezTo>
                  <a:pt x="17462" y="13239"/>
                  <a:pt x="17862" y="13523"/>
                  <a:pt x="18318" y="13845"/>
                </a:cubicBezTo>
                <a:cubicBezTo>
                  <a:pt x="18774" y="14168"/>
                  <a:pt x="19228" y="14232"/>
                  <a:pt x="19683" y="14425"/>
                </a:cubicBezTo>
              </a:path>
            </a:pathLst>
          </a:custGeom>
          <a:noFill/>
          <a:ln cap="rnd" w="57600">
            <a:solidFill>
              <a:srgbClr val="956134"/>
            </a:solidFill>
            <a:round/>
          </a:ln>
        </p:spPr>
        <p:style>
          <a:lnRef idx="0"/>
          <a:fillRef idx="0"/>
          <a:effectRef idx="0"/>
          <a:fontRef idx="minor"/>
        </p:style>
        <p:txBody>
          <a:bodyPr wrap="none" lIns="14040" rIns="14040" tIns="14040" bIns="1404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113" name="Group 2"/>
          <p:cNvGrpSpPr/>
          <p:nvPr/>
        </p:nvGrpSpPr>
        <p:grpSpPr>
          <a:xfrm>
            <a:off x="8726400" y="55800"/>
            <a:ext cx="851040" cy="850320"/>
            <a:chOff x="8726400" y="55800"/>
            <a:chExt cx="851040" cy="850320"/>
          </a:xfrm>
        </p:grpSpPr>
        <p:sp>
          <p:nvSpPr>
            <p:cNvPr id="114" name="Freeform: Shape 3"/>
            <p:cNvSpPr/>
            <p:nvPr/>
          </p:nvSpPr>
          <p:spPr>
            <a:xfrm rot="2697000">
              <a:off x="9019440" y="224640"/>
              <a:ext cx="291240" cy="485640"/>
            </a:xfrm>
            <a:custGeom>
              <a:avLst/>
              <a:gdLst>
                <a:gd name="textAreaLeft" fmla="*/ 0 w 291240"/>
                <a:gd name="textAreaRight" fmla="*/ 291600 w 291240"/>
                <a:gd name="textAreaTop" fmla="*/ 0 h 485640"/>
                <a:gd name="textAreaBottom" fmla="*/ 486000 h 4856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11" h="1351">
                  <a:moveTo>
                    <a:pt x="1" y="0"/>
                  </a:moveTo>
                  <a:lnTo>
                    <a:pt x="0" y="1350"/>
                  </a:lnTo>
                  <a:lnTo>
                    <a:pt x="810" y="1351"/>
                  </a:lnTo>
                  <a:lnTo>
                    <a:pt x="811" y="1"/>
                  </a:lnTo>
                  <a:lnTo>
                    <a:pt x="676" y="1"/>
                  </a:lnTo>
                  <a:lnTo>
                    <a:pt x="675" y="1216"/>
                  </a:lnTo>
                  <a:lnTo>
                    <a:pt x="540" y="1215"/>
                  </a:lnTo>
                  <a:lnTo>
                    <a:pt x="541" y="0"/>
                  </a:lnTo>
                  <a:lnTo>
                    <a:pt x="271" y="0"/>
                  </a:lnTo>
                  <a:lnTo>
                    <a:pt x="270" y="1215"/>
                  </a:lnTo>
                  <a:lnTo>
                    <a:pt x="135" y="1215"/>
                  </a:lnTo>
                  <a:lnTo>
                    <a:pt x="136" y="0"/>
                  </a:lnTo>
                  <a:close/>
                </a:path>
              </a:pathLst>
            </a:custGeom>
            <a:solidFill>
              <a:srgbClr val="f3980f"/>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115" name="Freeform: Shape 4"/>
            <p:cNvSpPr/>
            <p:nvPr/>
          </p:nvSpPr>
          <p:spPr>
            <a:xfrm rot="2703000">
              <a:off x="9277200" y="137160"/>
              <a:ext cx="291240" cy="145440"/>
            </a:xfrm>
            <a:custGeom>
              <a:avLst/>
              <a:gdLst>
                <a:gd name="textAreaLeft" fmla="*/ 0 w 291240"/>
                <a:gd name="textAreaRight" fmla="*/ 291600 w 291240"/>
                <a:gd name="textAreaTop" fmla="*/ 0 h 145440"/>
                <a:gd name="textAreaBottom" fmla="*/ 145800 h 1454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11" h="406">
                  <a:moveTo>
                    <a:pt x="0" y="406"/>
                  </a:moveTo>
                  <a:lnTo>
                    <a:pt x="0" y="113"/>
                  </a:lnTo>
                  <a:cubicBezTo>
                    <a:pt x="0" y="93"/>
                    <a:pt x="5" y="74"/>
                    <a:pt x="15" y="57"/>
                  </a:cubicBezTo>
                  <a:cubicBezTo>
                    <a:pt x="25" y="40"/>
                    <a:pt x="39" y="26"/>
                    <a:pt x="56" y="16"/>
                  </a:cubicBezTo>
                  <a:cubicBezTo>
                    <a:pt x="73" y="6"/>
                    <a:pt x="93" y="1"/>
                    <a:pt x="112" y="1"/>
                  </a:cubicBezTo>
                  <a:lnTo>
                    <a:pt x="698" y="0"/>
                  </a:lnTo>
                  <a:cubicBezTo>
                    <a:pt x="718" y="0"/>
                    <a:pt x="737" y="5"/>
                    <a:pt x="754" y="15"/>
                  </a:cubicBezTo>
                  <a:cubicBezTo>
                    <a:pt x="771" y="25"/>
                    <a:pt x="785" y="39"/>
                    <a:pt x="795" y="56"/>
                  </a:cubicBezTo>
                  <a:cubicBezTo>
                    <a:pt x="805" y="73"/>
                    <a:pt x="810" y="93"/>
                    <a:pt x="810" y="112"/>
                  </a:cubicBezTo>
                  <a:lnTo>
                    <a:pt x="811" y="405"/>
                  </a:lnTo>
                  <a:close/>
                </a:path>
              </a:pathLst>
            </a:custGeom>
            <a:solidFill>
              <a:srgbClr val="78171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116" name="Group 5"/>
            <p:cNvGrpSpPr/>
            <p:nvPr/>
          </p:nvGrpSpPr>
          <p:grpSpPr>
            <a:xfrm>
              <a:off x="8726400" y="571320"/>
              <a:ext cx="335160" cy="334800"/>
              <a:chOff x="8726400" y="571320"/>
              <a:chExt cx="335160" cy="334800"/>
            </a:xfrm>
          </p:grpSpPr>
          <p:sp>
            <p:nvSpPr>
              <p:cNvPr id="117" name="Freeform: Shape 6"/>
              <p:cNvSpPr/>
              <p:nvPr/>
            </p:nvSpPr>
            <p:spPr>
              <a:xfrm rot="2697000">
                <a:off x="8748720" y="646920"/>
                <a:ext cx="290520" cy="183240"/>
              </a:xfrm>
              <a:custGeom>
                <a:avLst/>
                <a:gdLst>
                  <a:gd name="textAreaLeft" fmla="*/ 0 w 290520"/>
                  <a:gd name="textAreaRight" fmla="*/ 290880 w 290520"/>
                  <a:gd name="textAreaTop" fmla="*/ 0 h 183240"/>
                  <a:gd name="textAreaBottom" fmla="*/ 183600 h 1832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09" h="511">
                    <a:moveTo>
                      <a:pt x="809" y="1"/>
                    </a:moveTo>
                    <a:lnTo>
                      <a:pt x="406" y="511"/>
                    </a:lnTo>
                    <a:lnTo>
                      <a:pt x="0" y="0"/>
                    </a:lnTo>
                    <a:close/>
                  </a:path>
                </a:pathLst>
              </a:custGeom>
              <a:solidFill>
                <a:srgbClr val="f5b09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118" name="Freeform: Shape 7"/>
              <p:cNvSpPr/>
              <p:nvPr/>
            </p:nvSpPr>
            <p:spPr>
              <a:xfrm rot="2700000">
                <a:off x="8788320" y="726120"/>
                <a:ext cx="145080" cy="90720"/>
              </a:xfrm>
              <a:custGeom>
                <a:avLst/>
                <a:gdLst>
                  <a:gd name="textAreaLeft" fmla="*/ 0 w 145080"/>
                  <a:gd name="textAreaRight" fmla="*/ 145440 w 145080"/>
                  <a:gd name="textAreaTop" fmla="*/ 0 h 90720"/>
                  <a:gd name="textAreaBottom" fmla="*/ 91080 h 9072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05" h="254">
                    <a:moveTo>
                      <a:pt x="405" y="0"/>
                    </a:moveTo>
                    <a:lnTo>
                      <a:pt x="202" y="254"/>
                    </a:lnTo>
                    <a:lnTo>
                      <a:pt x="0" y="0"/>
                    </a:lnTo>
                    <a:close/>
                  </a:path>
                </a:pathLst>
              </a:custGeom>
              <a:solidFill>
                <a:srgbClr val="00000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grpSp>
      <p:sp>
        <p:nvSpPr>
          <p:cNvPr id="119" name="PlaceHolder 1"/>
          <p:cNvSpPr>
            <a:spLocks noGrp="1"/>
          </p:cNvSpPr>
          <p:nvPr>
            <p:ph type="title"/>
          </p:nvPr>
        </p:nvSpPr>
        <p:spPr>
          <a:xfrm>
            <a:off x="540000" y="180000"/>
            <a:ext cx="8279640" cy="629640"/>
          </a:xfrm>
          <a:prstGeom prst="rect">
            <a:avLst/>
          </a:prstGeom>
          <a:noFill/>
          <a:ln w="0">
            <a:noFill/>
          </a:ln>
        </p:spPr>
        <p:txBody>
          <a:bodyPr lIns="0" rIns="0" tIns="0" bIns="0" anchor="ctr">
            <a:noAutofit/>
          </a:bodyPr>
          <a:p>
            <a:pPr indent="0" algn="ctr">
              <a:lnSpc>
                <a:spcPct val="100000"/>
              </a:lnSpc>
              <a:buNone/>
            </a:pPr>
            <a:r>
              <a:rPr b="0" lang="en-US" sz="3200" strike="noStrike" u="none">
                <a:solidFill>
                  <a:srgbClr val="ff8000"/>
                </a:solidFill>
                <a:effectLst/>
                <a:uFillTx/>
                <a:latin typeface="Calibri"/>
              </a:rPr>
              <a:t>Click to edit Master title style</a:t>
            </a:r>
            <a:endParaRPr b="0" lang="en-US" sz="3200" strike="noStrike" u="none">
              <a:solidFill>
                <a:schemeClr val="dk1"/>
              </a:solidFill>
              <a:effectLst/>
              <a:uFillTx/>
              <a:latin typeface="Calibri"/>
            </a:endParaRPr>
          </a:p>
        </p:txBody>
      </p:sp>
      <p:sp>
        <p:nvSpPr>
          <p:cNvPr id="120" name="PlaceHolder 2"/>
          <p:cNvSpPr>
            <a:spLocks noGrp="1"/>
          </p:cNvSpPr>
          <p:nvPr>
            <p:ph type="body"/>
          </p:nvPr>
        </p:nvSpPr>
        <p:spPr>
          <a:xfrm>
            <a:off x="540000" y="1260000"/>
            <a:ext cx="8999640" cy="3959640"/>
          </a:xfrm>
          <a:prstGeom prst="rect">
            <a:avLst/>
          </a:prstGeom>
          <a:noFill/>
          <a:ln w="0">
            <a:noFill/>
          </a:ln>
        </p:spPr>
        <p:txBody>
          <a:bodyPr lIns="0" rIns="0" tIns="0" bIns="0" anchor="t" vert="eaVert">
            <a:noAutofit/>
          </a:bodyPr>
          <a:p>
            <a:pPr indent="0">
              <a:lnSpc>
                <a:spcPct val="100000"/>
              </a:lnSpc>
              <a:spcBef>
                <a:spcPts val="1057"/>
              </a:spcBef>
              <a:buNone/>
              <a:tabLst>
                <a:tab algn="l" pos="0"/>
              </a:tabLst>
            </a:pPr>
            <a:r>
              <a:rPr b="0" lang="en-US" sz="2400" strike="noStrike" u="none">
                <a:solidFill>
                  <a:srgbClr val="000000"/>
                </a:solidFill>
                <a:effectLst/>
                <a:uFillTx/>
                <a:latin typeface="Calibri"/>
              </a:rPr>
              <a:t>Click to edit Master text styles</a:t>
            </a:r>
            <a:endParaRPr b="0" lang="en-US" sz="2400" strike="noStrike" u="none">
              <a:solidFill>
                <a:schemeClr val="dk1"/>
              </a:solidFill>
              <a:effectLst/>
              <a:uFillTx/>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121" name="PlaceHolder 3"/>
          <p:cNvSpPr>
            <a:spLocks noGrp="1"/>
          </p:cNvSpPr>
          <p:nvPr>
            <p:ph type="dt" idx="4"/>
          </p:nvPr>
        </p:nvSpPr>
        <p:spPr>
          <a:xfrm>
            <a:off x="540000" y="5400000"/>
            <a:ext cx="2339640" cy="2696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DejaVu Serif"/>
              </a:defRPr>
            </a:lvl1pPr>
          </a:lstStyle>
          <a:p>
            <a:pPr indent="0">
              <a:buNone/>
            </a:pPr>
            <a:r>
              <a:rPr b="0" lang="en-US" sz="1400" strike="noStrike" u="none">
                <a:solidFill>
                  <a:srgbClr val="000000"/>
                </a:solidFill>
                <a:effectLst/>
                <a:uFillTx/>
                <a:latin typeface="DejaVu Serif"/>
              </a:rPr>
              <a:t>&lt;date/time&gt;</a:t>
            </a:r>
            <a:endParaRPr b="0" lang="en-US" sz="1400" strike="noStrike" u="none">
              <a:solidFill>
                <a:srgbClr val="000000"/>
              </a:solidFill>
              <a:effectLst/>
              <a:uFillTx/>
              <a:latin typeface="DejaVu Serif"/>
            </a:endParaRPr>
          </a:p>
        </p:txBody>
      </p:sp>
      <p:sp>
        <p:nvSpPr>
          <p:cNvPr id="122" name="PlaceHolder 4"/>
          <p:cNvSpPr>
            <a:spLocks noGrp="1"/>
          </p:cNvSpPr>
          <p:nvPr>
            <p:ph type="ftr" idx="5"/>
          </p:nvPr>
        </p:nvSpPr>
        <p:spPr>
          <a:xfrm>
            <a:off x="3420000" y="5400000"/>
            <a:ext cx="3239640" cy="269640"/>
          </a:xfrm>
          <a:prstGeom prst="rect">
            <a:avLst/>
          </a:prstGeom>
          <a:noFill/>
          <a:ln w="0">
            <a:noFill/>
          </a:ln>
        </p:spPr>
        <p:txBody>
          <a:bodyPr lIns="0" rIns="0" tIns="0" bIns="0" anchor="t">
            <a:noAutofit/>
          </a:bodyPr>
          <a:lstStyle>
            <a:lvl1pPr indent="0" algn="ctr">
              <a:buNone/>
              <a:defRPr b="0" lang="en-US" sz="1400" strike="noStrike" u="none">
                <a:solidFill>
                  <a:srgbClr val="000000"/>
                </a:solidFill>
                <a:effectLst/>
                <a:uFillTx/>
                <a:latin typeface="DejaVu Serif"/>
              </a:defRPr>
            </a:lvl1pPr>
          </a:lstStyle>
          <a:p>
            <a:pPr indent="0" algn="ctr">
              <a:buNone/>
            </a:pPr>
            <a:r>
              <a:rPr b="0" lang="en-US" sz="1400" strike="noStrike" u="none">
                <a:solidFill>
                  <a:srgbClr val="000000"/>
                </a:solidFill>
                <a:effectLst/>
                <a:uFillTx/>
                <a:latin typeface="DejaVu Serif"/>
              </a:rPr>
              <a:t>&lt;footer&gt;</a:t>
            </a:r>
            <a:endParaRPr b="0" lang="en-US" sz="1400" strike="noStrike" u="none">
              <a:solidFill>
                <a:srgbClr val="000000"/>
              </a:solidFill>
              <a:effectLst/>
              <a:uFillTx/>
              <a:latin typeface="DejaVu Serif"/>
            </a:endParaRPr>
          </a:p>
        </p:txBody>
      </p:sp>
      <p:sp>
        <p:nvSpPr>
          <p:cNvPr id="123" name="PlaceHolder 5"/>
          <p:cNvSpPr>
            <a:spLocks noGrp="1"/>
          </p:cNvSpPr>
          <p:nvPr>
            <p:ph type="sldNum" idx="6"/>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FFCB3268-EE79-49E9-9C68-CC148DF7A7A9}"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Default 2">
    <p:spTree>
      <p:nvGrpSpPr>
        <p:cNvPr id="1" name=""/>
        <p:cNvGrpSpPr/>
        <p:nvPr/>
      </p:nvGrpSpPr>
      <p:grpSpPr>
        <a:xfrm>
          <a:off x="0" y="0"/>
          <a:ext cx="0" cy="0"/>
          <a:chOff x="0" y="0"/>
          <a:chExt cx="0" cy="0"/>
        </a:xfrm>
      </p:grpSpPr>
      <p:sp>
        <p:nvSpPr>
          <p:cNvPr id="124" name="Freeform: Shape 1"/>
          <p:cNvSpPr/>
          <p:nvPr/>
        </p:nvSpPr>
        <p:spPr>
          <a:xfrm rot="1999800">
            <a:off x="-1789920" y="6885360"/>
            <a:ext cx="7085160" cy="5192280"/>
          </a:xfrm>
          <a:custGeom>
            <a:avLst/>
            <a:gdLst>
              <a:gd name="textAreaLeft" fmla="*/ 0 w 7085160"/>
              <a:gd name="textAreaRight" fmla="*/ 7085520 w 7085160"/>
              <a:gd name="textAreaTop" fmla="*/ 0 h 5192280"/>
              <a:gd name="textAreaBottom" fmla="*/ 5192640 h 519228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683" h="14425">
                <a:moveTo>
                  <a:pt x="0" y="0"/>
                </a:moveTo>
                <a:cubicBezTo>
                  <a:pt x="175" y="233"/>
                  <a:pt x="1566" y="1307"/>
                  <a:pt x="1767" y="1406"/>
                </a:cubicBezTo>
                <a:cubicBezTo>
                  <a:pt x="1969" y="1505"/>
                  <a:pt x="3923" y="2817"/>
                  <a:pt x="4044" y="2964"/>
                </a:cubicBezTo>
                <a:cubicBezTo>
                  <a:pt x="4165" y="3111"/>
                  <a:pt x="6422" y="4621"/>
                  <a:pt x="6526" y="4769"/>
                </a:cubicBezTo>
                <a:cubicBezTo>
                  <a:pt x="6630" y="4916"/>
                  <a:pt x="8863" y="6469"/>
                  <a:pt x="8977" y="6576"/>
                </a:cubicBezTo>
                <a:cubicBezTo>
                  <a:pt x="9091" y="6683"/>
                  <a:pt x="11355" y="8649"/>
                  <a:pt x="11636" y="8919"/>
                </a:cubicBezTo>
                <a:cubicBezTo>
                  <a:pt x="11916" y="9188"/>
                  <a:pt x="13665" y="10290"/>
                  <a:pt x="13905" y="10485"/>
                </a:cubicBezTo>
                <a:cubicBezTo>
                  <a:pt x="14146" y="10680"/>
                  <a:pt x="14942" y="11318"/>
                  <a:pt x="15274" y="11562"/>
                </a:cubicBezTo>
                <a:cubicBezTo>
                  <a:pt x="15606" y="11806"/>
                  <a:pt x="16586" y="12385"/>
                  <a:pt x="17024" y="12812"/>
                </a:cubicBezTo>
                <a:cubicBezTo>
                  <a:pt x="17462" y="13239"/>
                  <a:pt x="17862" y="13523"/>
                  <a:pt x="18318" y="13845"/>
                </a:cubicBezTo>
                <a:cubicBezTo>
                  <a:pt x="18774" y="14168"/>
                  <a:pt x="19228" y="14232"/>
                  <a:pt x="19683" y="14425"/>
                </a:cubicBezTo>
              </a:path>
            </a:pathLst>
          </a:custGeom>
          <a:noFill/>
          <a:ln cap="rnd" w="57600">
            <a:solidFill>
              <a:srgbClr val="956134"/>
            </a:solidFill>
            <a:round/>
          </a:ln>
        </p:spPr>
        <p:style>
          <a:lnRef idx="0"/>
          <a:fillRef idx="0"/>
          <a:effectRef idx="0"/>
          <a:fontRef idx="minor"/>
        </p:style>
        <p:txBody>
          <a:bodyPr wrap="none" lIns="14040" rIns="14040" tIns="14040" bIns="1404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125" name="Group 2"/>
          <p:cNvGrpSpPr/>
          <p:nvPr/>
        </p:nvGrpSpPr>
        <p:grpSpPr>
          <a:xfrm>
            <a:off x="8726400" y="55800"/>
            <a:ext cx="851040" cy="850320"/>
            <a:chOff x="8726400" y="55800"/>
            <a:chExt cx="851040" cy="850320"/>
          </a:xfrm>
        </p:grpSpPr>
        <p:sp>
          <p:nvSpPr>
            <p:cNvPr id="126" name="Freeform: Shape 3"/>
            <p:cNvSpPr/>
            <p:nvPr/>
          </p:nvSpPr>
          <p:spPr>
            <a:xfrm rot="2697000">
              <a:off x="9019440" y="224640"/>
              <a:ext cx="291240" cy="485640"/>
            </a:xfrm>
            <a:custGeom>
              <a:avLst/>
              <a:gdLst>
                <a:gd name="textAreaLeft" fmla="*/ 0 w 291240"/>
                <a:gd name="textAreaRight" fmla="*/ 291600 w 291240"/>
                <a:gd name="textAreaTop" fmla="*/ 0 h 485640"/>
                <a:gd name="textAreaBottom" fmla="*/ 486000 h 4856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11" h="1351">
                  <a:moveTo>
                    <a:pt x="1" y="0"/>
                  </a:moveTo>
                  <a:lnTo>
                    <a:pt x="0" y="1350"/>
                  </a:lnTo>
                  <a:lnTo>
                    <a:pt x="810" y="1351"/>
                  </a:lnTo>
                  <a:lnTo>
                    <a:pt x="811" y="1"/>
                  </a:lnTo>
                  <a:lnTo>
                    <a:pt x="676" y="1"/>
                  </a:lnTo>
                  <a:lnTo>
                    <a:pt x="675" y="1216"/>
                  </a:lnTo>
                  <a:lnTo>
                    <a:pt x="540" y="1215"/>
                  </a:lnTo>
                  <a:lnTo>
                    <a:pt x="541" y="0"/>
                  </a:lnTo>
                  <a:lnTo>
                    <a:pt x="271" y="0"/>
                  </a:lnTo>
                  <a:lnTo>
                    <a:pt x="270" y="1215"/>
                  </a:lnTo>
                  <a:lnTo>
                    <a:pt x="135" y="1215"/>
                  </a:lnTo>
                  <a:lnTo>
                    <a:pt x="136" y="0"/>
                  </a:lnTo>
                  <a:close/>
                </a:path>
              </a:pathLst>
            </a:custGeom>
            <a:solidFill>
              <a:srgbClr val="f3980f"/>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127" name="Freeform: Shape 4"/>
            <p:cNvSpPr/>
            <p:nvPr/>
          </p:nvSpPr>
          <p:spPr>
            <a:xfrm rot="2703000">
              <a:off x="9277200" y="137160"/>
              <a:ext cx="291240" cy="145440"/>
            </a:xfrm>
            <a:custGeom>
              <a:avLst/>
              <a:gdLst>
                <a:gd name="textAreaLeft" fmla="*/ 0 w 291240"/>
                <a:gd name="textAreaRight" fmla="*/ 291600 w 291240"/>
                <a:gd name="textAreaTop" fmla="*/ 0 h 145440"/>
                <a:gd name="textAreaBottom" fmla="*/ 145800 h 1454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11" h="406">
                  <a:moveTo>
                    <a:pt x="0" y="406"/>
                  </a:moveTo>
                  <a:lnTo>
                    <a:pt x="0" y="113"/>
                  </a:lnTo>
                  <a:cubicBezTo>
                    <a:pt x="0" y="93"/>
                    <a:pt x="5" y="74"/>
                    <a:pt x="15" y="57"/>
                  </a:cubicBezTo>
                  <a:cubicBezTo>
                    <a:pt x="25" y="40"/>
                    <a:pt x="39" y="26"/>
                    <a:pt x="56" y="16"/>
                  </a:cubicBezTo>
                  <a:cubicBezTo>
                    <a:pt x="73" y="6"/>
                    <a:pt x="93" y="1"/>
                    <a:pt x="112" y="1"/>
                  </a:cubicBezTo>
                  <a:lnTo>
                    <a:pt x="698" y="0"/>
                  </a:lnTo>
                  <a:cubicBezTo>
                    <a:pt x="718" y="0"/>
                    <a:pt x="737" y="5"/>
                    <a:pt x="754" y="15"/>
                  </a:cubicBezTo>
                  <a:cubicBezTo>
                    <a:pt x="771" y="25"/>
                    <a:pt x="785" y="39"/>
                    <a:pt x="795" y="56"/>
                  </a:cubicBezTo>
                  <a:cubicBezTo>
                    <a:pt x="805" y="73"/>
                    <a:pt x="810" y="93"/>
                    <a:pt x="810" y="112"/>
                  </a:cubicBezTo>
                  <a:lnTo>
                    <a:pt x="811" y="405"/>
                  </a:lnTo>
                  <a:close/>
                </a:path>
              </a:pathLst>
            </a:custGeom>
            <a:solidFill>
              <a:srgbClr val="78171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128" name="Group 5"/>
            <p:cNvGrpSpPr/>
            <p:nvPr/>
          </p:nvGrpSpPr>
          <p:grpSpPr>
            <a:xfrm>
              <a:off x="8726400" y="571320"/>
              <a:ext cx="335160" cy="334800"/>
              <a:chOff x="8726400" y="571320"/>
              <a:chExt cx="335160" cy="334800"/>
            </a:xfrm>
          </p:grpSpPr>
          <p:sp>
            <p:nvSpPr>
              <p:cNvPr id="129" name="Freeform: Shape 6"/>
              <p:cNvSpPr/>
              <p:nvPr/>
            </p:nvSpPr>
            <p:spPr>
              <a:xfrm rot="2697000">
                <a:off x="8748720" y="646920"/>
                <a:ext cx="290520" cy="183240"/>
              </a:xfrm>
              <a:custGeom>
                <a:avLst/>
                <a:gdLst>
                  <a:gd name="textAreaLeft" fmla="*/ 0 w 290520"/>
                  <a:gd name="textAreaRight" fmla="*/ 290880 w 290520"/>
                  <a:gd name="textAreaTop" fmla="*/ 0 h 183240"/>
                  <a:gd name="textAreaBottom" fmla="*/ 183600 h 1832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09" h="511">
                    <a:moveTo>
                      <a:pt x="809" y="1"/>
                    </a:moveTo>
                    <a:lnTo>
                      <a:pt x="406" y="511"/>
                    </a:lnTo>
                    <a:lnTo>
                      <a:pt x="0" y="0"/>
                    </a:lnTo>
                    <a:close/>
                  </a:path>
                </a:pathLst>
              </a:custGeom>
              <a:solidFill>
                <a:srgbClr val="f5b09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130" name="Freeform: Shape 7"/>
              <p:cNvSpPr/>
              <p:nvPr/>
            </p:nvSpPr>
            <p:spPr>
              <a:xfrm rot="2700000">
                <a:off x="8788320" y="726120"/>
                <a:ext cx="145080" cy="90720"/>
              </a:xfrm>
              <a:custGeom>
                <a:avLst/>
                <a:gdLst>
                  <a:gd name="textAreaLeft" fmla="*/ 0 w 145080"/>
                  <a:gd name="textAreaRight" fmla="*/ 145440 w 145080"/>
                  <a:gd name="textAreaTop" fmla="*/ 0 h 90720"/>
                  <a:gd name="textAreaBottom" fmla="*/ 91080 h 9072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05" h="254">
                    <a:moveTo>
                      <a:pt x="405" y="0"/>
                    </a:moveTo>
                    <a:lnTo>
                      <a:pt x="202" y="254"/>
                    </a:lnTo>
                    <a:lnTo>
                      <a:pt x="0" y="0"/>
                    </a:lnTo>
                    <a:close/>
                  </a:path>
                </a:pathLst>
              </a:custGeom>
              <a:solidFill>
                <a:srgbClr val="00000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grpSp>
      <p:sp>
        <p:nvSpPr>
          <p:cNvPr id="131" name="PlaceHolder 1"/>
          <p:cNvSpPr>
            <a:spLocks noGrp="1"/>
          </p:cNvSpPr>
          <p:nvPr>
            <p:ph type="title"/>
          </p:nvPr>
        </p:nvSpPr>
        <p:spPr>
          <a:xfrm>
            <a:off x="7289640" y="179280"/>
            <a:ext cx="2249280" cy="5040000"/>
          </a:xfrm>
          <a:prstGeom prst="rect">
            <a:avLst/>
          </a:prstGeom>
          <a:noFill/>
          <a:ln w="0">
            <a:noFill/>
          </a:ln>
        </p:spPr>
        <p:txBody>
          <a:bodyPr lIns="0" rIns="0" tIns="0" bIns="0" anchor="ctr" vert="eaVert">
            <a:noAutofit/>
          </a:bodyPr>
          <a:p>
            <a:pPr indent="0" algn="ctr">
              <a:lnSpc>
                <a:spcPct val="100000"/>
              </a:lnSpc>
              <a:buNone/>
            </a:pPr>
            <a:r>
              <a:rPr b="0" lang="en-US" sz="3200" strike="noStrike" u="none">
                <a:solidFill>
                  <a:srgbClr val="ff8000"/>
                </a:solidFill>
                <a:effectLst/>
                <a:uFillTx/>
                <a:latin typeface="Calibri"/>
              </a:rPr>
              <a:t>Click to edit Master title style</a:t>
            </a:r>
            <a:endParaRPr b="0" lang="en-US" sz="3200" strike="noStrike" u="none">
              <a:solidFill>
                <a:schemeClr val="dk1"/>
              </a:solidFill>
              <a:effectLst/>
              <a:uFillTx/>
              <a:latin typeface="Calibri"/>
            </a:endParaRPr>
          </a:p>
        </p:txBody>
      </p:sp>
      <p:sp>
        <p:nvSpPr>
          <p:cNvPr id="132" name="PlaceHolder 2"/>
          <p:cNvSpPr>
            <a:spLocks noGrp="1"/>
          </p:cNvSpPr>
          <p:nvPr>
            <p:ph type="body"/>
          </p:nvPr>
        </p:nvSpPr>
        <p:spPr>
          <a:xfrm>
            <a:off x="539640" y="179280"/>
            <a:ext cx="6597360" cy="5040000"/>
          </a:xfrm>
          <a:prstGeom prst="rect">
            <a:avLst/>
          </a:prstGeom>
          <a:noFill/>
          <a:ln w="0">
            <a:noFill/>
          </a:ln>
        </p:spPr>
        <p:txBody>
          <a:bodyPr lIns="0" rIns="0" tIns="0" bIns="0" anchor="t" vert="eaVert">
            <a:noAutofit/>
          </a:bodyPr>
          <a:p>
            <a:pPr indent="0">
              <a:lnSpc>
                <a:spcPct val="100000"/>
              </a:lnSpc>
              <a:spcBef>
                <a:spcPts val="1057"/>
              </a:spcBef>
              <a:buNone/>
              <a:tabLst>
                <a:tab algn="l" pos="0"/>
              </a:tabLst>
            </a:pPr>
            <a:r>
              <a:rPr b="0" lang="en-US" sz="2400" strike="noStrike" u="none">
                <a:solidFill>
                  <a:srgbClr val="000000"/>
                </a:solidFill>
                <a:effectLst/>
                <a:uFillTx/>
                <a:latin typeface="Calibri"/>
              </a:rPr>
              <a:t>Click to edit Master text styles</a:t>
            </a:r>
            <a:endParaRPr b="0" lang="en-US" sz="2400" strike="noStrike" u="none">
              <a:solidFill>
                <a:schemeClr val="dk1"/>
              </a:solidFill>
              <a:effectLst/>
              <a:uFillTx/>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133" name="PlaceHolder 3"/>
          <p:cNvSpPr>
            <a:spLocks noGrp="1"/>
          </p:cNvSpPr>
          <p:nvPr>
            <p:ph type="dt" idx="7"/>
          </p:nvPr>
        </p:nvSpPr>
        <p:spPr>
          <a:xfrm>
            <a:off x="540000" y="5400000"/>
            <a:ext cx="2339640" cy="2696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DejaVu Serif"/>
              </a:defRPr>
            </a:lvl1pPr>
          </a:lstStyle>
          <a:p>
            <a:pPr indent="0">
              <a:buNone/>
            </a:pPr>
            <a:r>
              <a:rPr b="0" lang="en-US" sz="1400" strike="noStrike" u="none">
                <a:solidFill>
                  <a:srgbClr val="000000"/>
                </a:solidFill>
                <a:effectLst/>
                <a:uFillTx/>
                <a:latin typeface="DejaVu Serif"/>
              </a:rPr>
              <a:t>&lt;date/time&gt;</a:t>
            </a:r>
            <a:endParaRPr b="0" lang="en-US" sz="1400" strike="noStrike" u="none">
              <a:solidFill>
                <a:srgbClr val="000000"/>
              </a:solidFill>
              <a:effectLst/>
              <a:uFillTx/>
              <a:latin typeface="DejaVu Serif"/>
            </a:endParaRPr>
          </a:p>
        </p:txBody>
      </p:sp>
      <p:sp>
        <p:nvSpPr>
          <p:cNvPr id="134" name="PlaceHolder 4"/>
          <p:cNvSpPr>
            <a:spLocks noGrp="1"/>
          </p:cNvSpPr>
          <p:nvPr>
            <p:ph type="ftr" idx="8"/>
          </p:nvPr>
        </p:nvSpPr>
        <p:spPr>
          <a:xfrm>
            <a:off x="3420000" y="5400000"/>
            <a:ext cx="3239640" cy="269640"/>
          </a:xfrm>
          <a:prstGeom prst="rect">
            <a:avLst/>
          </a:prstGeom>
          <a:noFill/>
          <a:ln w="0">
            <a:noFill/>
          </a:ln>
        </p:spPr>
        <p:txBody>
          <a:bodyPr lIns="0" rIns="0" tIns="0" bIns="0" anchor="t">
            <a:noAutofit/>
          </a:bodyPr>
          <a:lstStyle>
            <a:lvl1pPr indent="0" algn="ctr">
              <a:buNone/>
              <a:defRPr b="0" lang="en-US" sz="1400" strike="noStrike" u="none">
                <a:solidFill>
                  <a:srgbClr val="000000"/>
                </a:solidFill>
                <a:effectLst/>
                <a:uFillTx/>
                <a:latin typeface="DejaVu Serif"/>
              </a:defRPr>
            </a:lvl1pPr>
          </a:lstStyle>
          <a:p>
            <a:pPr indent="0" algn="ctr">
              <a:buNone/>
            </a:pPr>
            <a:r>
              <a:rPr b="0" lang="en-US" sz="1400" strike="noStrike" u="none">
                <a:solidFill>
                  <a:srgbClr val="000000"/>
                </a:solidFill>
                <a:effectLst/>
                <a:uFillTx/>
                <a:latin typeface="DejaVu Serif"/>
              </a:rPr>
              <a:t>&lt;footer&gt;</a:t>
            </a:r>
            <a:endParaRPr b="0" lang="en-US" sz="1400" strike="noStrike" u="none">
              <a:solidFill>
                <a:srgbClr val="000000"/>
              </a:solidFill>
              <a:effectLst/>
              <a:uFillTx/>
              <a:latin typeface="DejaVu Serif"/>
            </a:endParaRPr>
          </a:p>
        </p:txBody>
      </p:sp>
      <p:sp>
        <p:nvSpPr>
          <p:cNvPr id="135" name="PlaceHolder 5"/>
          <p:cNvSpPr>
            <a:spLocks noGrp="1"/>
          </p:cNvSpPr>
          <p:nvPr>
            <p:ph type="sldNum" idx="9"/>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5EA7543C-28FE-4359-9126-E3BABC23FE6B}"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3">
    <p:spTree>
      <p:nvGrpSpPr>
        <p:cNvPr id="1" name=""/>
        <p:cNvGrpSpPr/>
        <p:nvPr/>
      </p:nvGrpSpPr>
      <p:grpSpPr>
        <a:xfrm>
          <a:off x="0" y="0"/>
          <a:ext cx="0" cy="0"/>
          <a:chOff x="0" y="0"/>
          <a:chExt cx="0" cy="0"/>
        </a:xfrm>
      </p:grpSpPr>
      <p:sp>
        <p:nvSpPr>
          <p:cNvPr id="136" name="Freeform: Shape 1"/>
          <p:cNvSpPr/>
          <p:nvPr/>
        </p:nvSpPr>
        <p:spPr>
          <a:xfrm rot="1999800">
            <a:off x="-1789920" y="6885360"/>
            <a:ext cx="7085160" cy="5192280"/>
          </a:xfrm>
          <a:custGeom>
            <a:avLst/>
            <a:gdLst>
              <a:gd name="textAreaLeft" fmla="*/ 0 w 7085160"/>
              <a:gd name="textAreaRight" fmla="*/ 7085520 w 7085160"/>
              <a:gd name="textAreaTop" fmla="*/ 0 h 5192280"/>
              <a:gd name="textAreaBottom" fmla="*/ 5192640 h 519228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683" h="14425">
                <a:moveTo>
                  <a:pt x="0" y="0"/>
                </a:moveTo>
                <a:cubicBezTo>
                  <a:pt x="175" y="233"/>
                  <a:pt x="1566" y="1307"/>
                  <a:pt x="1767" y="1406"/>
                </a:cubicBezTo>
                <a:cubicBezTo>
                  <a:pt x="1969" y="1505"/>
                  <a:pt x="3923" y="2817"/>
                  <a:pt x="4044" y="2964"/>
                </a:cubicBezTo>
                <a:cubicBezTo>
                  <a:pt x="4165" y="3111"/>
                  <a:pt x="6422" y="4621"/>
                  <a:pt x="6526" y="4769"/>
                </a:cubicBezTo>
                <a:cubicBezTo>
                  <a:pt x="6630" y="4916"/>
                  <a:pt x="8863" y="6469"/>
                  <a:pt x="8977" y="6576"/>
                </a:cubicBezTo>
                <a:cubicBezTo>
                  <a:pt x="9091" y="6683"/>
                  <a:pt x="11355" y="8649"/>
                  <a:pt x="11636" y="8919"/>
                </a:cubicBezTo>
                <a:cubicBezTo>
                  <a:pt x="11916" y="9188"/>
                  <a:pt x="13665" y="10290"/>
                  <a:pt x="13905" y="10485"/>
                </a:cubicBezTo>
                <a:cubicBezTo>
                  <a:pt x="14146" y="10680"/>
                  <a:pt x="14942" y="11318"/>
                  <a:pt x="15274" y="11562"/>
                </a:cubicBezTo>
                <a:cubicBezTo>
                  <a:pt x="15606" y="11806"/>
                  <a:pt x="16586" y="12385"/>
                  <a:pt x="17024" y="12812"/>
                </a:cubicBezTo>
                <a:cubicBezTo>
                  <a:pt x="17462" y="13239"/>
                  <a:pt x="17862" y="13523"/>
                  <a:pt x="18318" y="13845"/>
                </a:cubicBezTo>
                <a:cubicBezTo>
                  <a:pt x="18774" y="14168"/>
                  <a:pt x="19228" y="14232"/>
                  <a:pt x="19683" y="14425"/>
                </a:cubicBezTo>
              </a:path>
            </a:pathLst>
          </a:custGeom>
          <a:noFill/>
          <a:ln cap="rnd" w="57600">
            <a:solidFill>
              <a:srgbClr val="956134"/>
            </a:solidFill>
            <a:round/>
          </a:ln>
        </p:spPr>
        <p:style>
          <a:lnRef idx="0"/>
          <a:fillRef idx="0"/>
          <a:effectRef idx="0"/>
          <a:fontRef idx="minor"/>
        </p:style>
        <p:txBody>
          <a:bodyPr wrap="none" lIns="14040" rIns="14040" tIns="14040" bIns="1404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137" name="Group 2"/>
          <p:cNvGrpSpPr/>
          <p:nvPr/>
        </p:nvGrpSpPr>
        <p:grpSpPr>
          <a:xfrm>
            <a:off x="8726400" y="55800"/>
            <a:ext cx="851040" cy="850320"/>
            <a:chOff x="8726400" y="55800"/>
            <a:chExt cx="851040" cy="850320"/>
          </a:xfrm>
        </p:grpSpPr>
        <p:sp>
          <p:nvSpPr>
            <p:cNvPr id="138" name="Freeform: Shape 3"/>
            <p:cNvSpPr/>
            <p:nvPr/>
          </p:nvSpPr>
          <p:spPr>
            <a:xfrm rot="2697000">
              <a:off x="9019440" y="224640"/>
              <a:ext cx="291240" cy="485640"/>
            </a:xfrm>
            <a:custGeom>
              <a:avLst/>
              <a:gdLst>
                <a:gd name="textAreaLeft" fmla="*/ 0 w 291240"/>
                <a:gd name="textAreaRight" fmla="*/ 291600 w 291240"/>
                <a:gd name="textAreaTop" fmla="*/ 0 h 485640"/>
                <a:gd name="textAreaBottom" fmla="*/ 486000 h 4856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11" h="1351">
                  <a:moveTo>
                    <a:pt x="1" y="0"/>
                  </a:moveTo>
                  <a:lnTo>
                    <a:pt x="0" y="1350"/>
                  </a:lnTo>
                  <a:lnTo>
                    <a:pt x="810" y="1351"/>
                  </a:lnTo>
                  <a:lnTo>
                    <a:pt x="811" y="1"/>
                  </a:lnTo>
                  <a:lnTo>
                    <a:pt x="676" y="1"/>
                  </a:lnTo>
                  <a:lnTo>
                    <a:pt x="675" y="1216"/>
                  </a:lnTo>
                  <a:lnTo>
                    <a:pt x="540" y="1215"/>
                  </a:lnTo>
                  <a:lnTo>
                    <a:pt x="541" y="0"/>
                  </a:lnTo>
                  <a:lnTo>
                    <a:pt x="271" y="0"/>
                  </a:lnTo>
                  <a:lnTo>
                    <a:pt x="270" y="1215"/>
                  </a:lnTo>
                  <a:lnTo>
                    <a:pt x="135" y="1215"/>
                  </a:lnTo>
                  <a:lnTo>
                    <a:pt x="136" y="0"/>
                  </a:lnTo>
                  <a:close/>
                </a:path>
              </a:pathLst>
            </a:custGeom>
            <a:solidFill>
              <a:srgbClr val="f3980f"/>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139" name="Freeform: Shape 4"/>
            <p:cNvSpPr/>
            <p:nvPr/>
          </p:nvSpPr>
          <p:spPr>
            <a:xfrm rot="2703000">
              <a:off x="9277200" y="137160"/>
              <a:ext cx="291240" cy="145440"/>
            </a:xfrm>
            <a:custGeom>
              <a:avLst/>
              <a:gdLst>
                <a:gd name="textAreaLeft" fmla="*/ 0 w 291240"/>
                <a:gd name="textAreaRight" fmla="*/ 291600 w 291240"/>
                <a:gd name="textAreaTop" fmla="*/ 0 h 145440"/>
                <a:gd name="textAreaBottom" fmla="*/ 145800 h 1454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11" h="406">
                  <a:moveTo>
                    <a:pt x="0" y="406"/>
                  </a:moveTo>
                  <a:lnTo>
                    <a:pt x="0" y="113"/>
                  </a:lnTo>
                  <a:cubicBezTo>
                    <a:pt x="0" y="93"/>
                    <a:pt x="5" y="74"/>
                    <a:pt x="15" y="57"/>
                  </a:cubicBezTo>
                  <a:cubicBezTo>
                    <a:pt x="25" y="40"/>
                    <a:pt x="39" y="26"/>
                    <a:pt x="56" y="16"/>
                  </a:cubicBezTo>
                  <a:cubicBezTo>
                    <a:pt x="73" y="6"/>
                    <a:pt x="93" y="1"/>
                    <a:pt x="112" y="1"/>
                  </a:cubicBezTo>
                  <a:lnTo>
                    <a:pt x="698" y="0"/>
                  </a:lnTo>
                  <a:cubicBezTo>
                    <a:pt x="718" y="0"/>
                    <a:pt x="737" y="5"/>
                    <a:pt x="754" y="15"/>
                  </a:cubicBezTo>
                  <a:cubicBezTo>
                    <a:pt x="771" y="25"/>
                    <a:pt x="785" y="39"/>
                    <a:pt x="795" y="56"/>
                  </a:cubicBezTo>
                  <a:cubicBezTo>
                    <a:pt x="805" y="73"/>
                    <a:pt x="810" y="93"/>
                    <a:pt x="810" y="112"/>
                  </a:cubicBezTo>
                  <a:lnTo>
                    <a:pt x="811" y="405"/>
                  </a:lnTo>
                  <a:close/>
                </a:path>
              </a:pathLst>
            </a:custGeom>
            <a:solidFill>
              <a:srgbClr val="78171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140" name="Group 5"/>
            <p:cNvGrpSpPr/>
            <p:nvPr/>
          </p:nvGrpSpPr>
          <p:grpSpPr>
            <a:xfrm>
              <a:off x="8726400" y="571320"/>
              <a:ext cx="335160" cy="334800"/>
              <a:chOff x="8726400" y="571320"/>
              <a:chExt cx="335160" cy="334800"/>
            </a:xfrm>
          </p:grpSpPr>
          <p:sp>
            <p:nvSpPr>
              <p:cNvPr id="141" name="Freeform: Shape 6"/>
              <p:cNvSpPr/>
              <p:nvPr/>
            </p:nvSpPr>
            <p:spPr>
              <a:xfrm rot="2697000">
                <a:off x="8748720" y="646920"/>
                <a:ext cx="290520" cy="183240"/>
              </a:xfrm>
              <a:custGeom>
                <a:avLst/>
                <a:gdLst>
                  <a:gd name="textAreaLeft" fmla="*/ 0 w 290520"/>
                  <a:gd name="textAreaRight" fmla="*/ 290880 w 290520"/>
                  <a:gd name="textAreaTop" fmla="*/ 0 h 183240"/>
                  <a:gd name="textAreaBottom" fmla="*/ 183600 h 1832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09" h="511">
                    <a:moveTo>
                      <a:pt x="809" y="1"/>
                    </a:moveTo>
                    <a:lnTo>
                      <a:pt x="406" y="511"/>
                    </a:lnTo>
                    <a:lnTo>
                      <a:pt x="0" y="0"/>
                    </a:lnTo>
                    <a:close/>
                  </a:path>
                </a:pathLst>
              </a:custGeom>
              <a:solidFill>
                <a:srgbClr val="f5b09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142" name="Freeform: Shape 7"/>
              <p:cNvSpPr/>
              <p:nvPr/>
            </p:nvSpPr>
            <p:spPr>
              <a:xfrm rot="2700000">
                <a:off x="8788320" y="726120"/>
                <a:ext cx="145080" cy="90720"/>
              </a:xfrm>
              <a:custGeom>
                <a:avLst/>
                <a:gdLst>
                  <a:gd name="textAreaLeft" fmla="*/ 0 w 145080"/>
                  <a:gd name="textAreaRight" fmla="*/ 145440 w 145080"/>
                  <a:gd name="textAreaTop" fmla="*/ 0 h 90720"/>
                  <a:gd name="textAreaBottom" fmla="*/ 91080 h 9072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05" h="254">
                    <a:moveTo>
                      <a:pt x="405" y="0"/>
                    </a:moveTo>
                    <a:lnTo>
                      <a:pt x="202" y="254"/>
                    </a:lnTo>
                    <a:lnTo>
                      <a:pt x="0" y="0"/>
                    </a:lnTo>
                    <a:close/>
                  </a:path>
                </a:pathLst>
              </a:custGeom>
              <a:solidFill>
                <a:srgbClr val="00000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grpSp>
      <p:sp>
        <p:nvSpPr>
          <p:cNvPr id="143" name="PlaceHolder 1"/>
          <p:cNvSpPr>
            <a:spLocks noGrp="1"/>
          </p:cNvSpPr>
          <p:nvPr>
            <p:ph type="title"/>
          </p:nvPr>
        </p:nvSpPr>
        <p:spPr>
          <a:xfrm>
            <a:off x="540000" y="180000"/>
            <a:ext cx="8279640" cy="629640"/>
          </a:xfrm>
          <a:prstGeom prst="rect">
            <a:avLst/>
          </a:prstGeom>
          <a:noFill/>
          <a:ln w="0">
            <a:noFill/>
          </a:ln>
        </p:spPr>
        <p:txBody>
          <a:bodyPr lIns="0" rIns="0" tIns="0" bIns="0" anchor="ctr">
            <a:noAutofit/>
          </a:bodyPr>
          <a:p>
            <a:pPr indent="0" algn="ctr">
              <a:lnSpc>
                <a:spcPct val="100000"/>
              </a:lnSpc>
              <a:buNone/>
            </a:pPr>
            <a:r>
              <a:rPr b="0" lang="en-US" sz="3200" strike="noStrike" u="none">
                <a:solidFill>
                  <a:srgbClr val="ff8000"/>
                </a:solidFill>
                <a:effectLst/>
                <a:uFillTx/>
                <a:latin typeface="Calibri"/>
              </a:rPr>
              <a:t>Click to edit Master title style</a:t>
            </a:r>
            <a:endParaRPr b="0" lang="en-US" sz="3200" strike="noStrike" u="none">
              <a:solidFill>
                <a:schemeClr val="dk1"/>
              </a:solidFill>
              <a:effectLst/>
              <a:uFillTx/>
              <a:latin typeface="Calibri"/>
            </a:endParaRPr>
          </a:p>
        </p:txBody>
      </p:sp>
      <p:sp>
        <p:nvSpPr>
          <p:cNvPr id="144" name="PlaceHolder 2"/>
          <p:cNvSpPr>
            <a:spLocks noGrp="1"/>
          </p:cNvSpPr>
          <p:nvPr>
            <p:ph type="body"/>
          </p:nvPr>
        </p:nvSpPr>
        <p:spPr>
          <a:xfrm>
            <a:off x="540000" y="1260000"/>
            <a:ext cx="8999640" cy="3959640"/>
          </a:xfrm>
          <a:prstGeom prst="rect">
            <a:avLst/>
          </a:prstGeom>
          <a:noFill/>
          <a:ln w="0">
            <a:noFill/>
          </a:ln>
        </p:spPr>
        <p:txBody>
          <a:bodyPr lIns="0" rIns="0" tIns="0" bIns="0" anchor="t">
            <a:noAutofit/>
          </a:bodyPr>
          <a:p>
            <a:pPr indent="0">
              <a:lnSpc>
                <a:spcPct val="100000"/>
              </a:lnSpc>
              <a:spcBef>
                <a:spcPts val="1057"/>
              </a:spcBef>
              <a:buNone/>
              <a:tabLst>
                <a:tab algn="l" pos="0"/>
              </a:tabLst>
            </a:pPr>
            <a:r>
              <a:rPr b="0" lang="en-US" sz="2400" strike="noStrike" u="none">
                <a:solidFill>
                  <a:srgbClr val="000000"/>
                </a:solidFill>
                <a:effectLst/>
                <a:uFillTx/>
                <a:latin typeface="Calibri"/>
              </a:rPr>
              <a:t>Click to edit Master text styles</a:t>
            </a:r>
            <a:endParaRPr b="0" lang="en-US" sz="2400" strike="noStrike" u="none">
              <a:solidFill>
                <a:schemeClr val="dk1"/>
              </a:solidFill>
              <a:effectLst/>
              <a:uFillTx/>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145" name="PlaceHolder 3"/>
          <p:cNvSpPr>
            <a:spLocks noGrp="1"/>
          </p:cNvSpPr>
          <p:nvPr>
            <p:ph type="dt" idx="10"/>
          </p:nvPr>
        </p:nvSpPr>
        <p:spPr>
          <a:xfrm>
            <a:off x="540000" y="5400000"/>
            <a:ext cx="2339640" cy="2696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DejaVu Serif"/>
              </a:defRPr>
            </a:lvl1pPr>
          </a:lstStyle>
          <a:p>
            <a:pPr indent="0">
              <a:buNone/>
            </a:pPr>
            <a:r>
              <a:rPr b="0" lang="en-US" sz="1400" strike="noStrike" u="none">
                <a:solidFill>
                  <a:srgbClr val="000000"/>
                </a:solidFill>
                <a:effectLst/>
                <a:uFillTx/>
                <a:latin typeface="DejaVu Serif"/>
              </a:rPr>
              <a:t>&lt;date/time&gt;</a:t>
            </a:r>
            <a:endParaRPr b="0" lang="en-US" sz="1400" strike="noStrike" u="none">
              <a:solidFill>
                <a:srgbClr val="000000"/>
              </a:solidFill>
              <a:effectLst/>
              <a:uFillTx/>
              <a:latin typeface="DejaVu Serif"/>
            </a:endParaRPr>
          </a:p>
        </p:txBody>
      </p:sp>
      <p:sp>
        <p:nvSpPr>
          <p:cNvPr id="146" name="PlaceHolder 4"/>
          <p:cNvSpPr>
            <a:spLocks noGrp="1"/>
          </p:cNvSpPr>
          <p:nvPr>
            <p:ph type="ftr" idx="11"/>
          </p:nvPr>
        </p:nvSpPr>
        <p:spPr>
          <a:xfrm>
            <a:off x="3420000" y="5400000"/>
            <a:ext cx="3239640" cy="269640"/>
          </a:xfrm>
          <a:prstGeom prst="rect">
            <a:avLst/>
          </a:prstGeom>
          <a:noFill/>
          <a:ln w="0">
            <a:noFill/>
          </a:ln>
        </p:spPr>
        <p:txBody>
          <a:bodyPr lIns="0" rIns="0" tIns="0" bIns="0" anchor="t">
            <a:noAutofit/>
          </a:bodyPr>
          <a:lstStyle>
            <a:lvl1pPr indent="0" algn="ctr">
              <a:buNone/>
              <a:defRPr b="0" lang="en-US" sz="1400" strike="noStrike" u="none">
                <a:solidFill>
                  <a:srgbClr val="000000"/>
                </a:solidFill>
                <a:effectLst/>
                <a:uFillTx/>
                <a:latin typeface="DejaVu Serif"/>
              </a:defRPr>
            </a:lvl1pPr>
          </a:lstStyle>
          <a:p>
            <a:pPr indent="0" algn="ctr">
              <a:buNone/>
            </a:pPr>
            <a:r>
              <a:rPr b="0" lang="en-US" sz="1400" strike="noStrike" u="none">
                <a:solidFill>
                  <a:srgbClr val="000000"/>
                </a:solidFill>
                <a:effectLst/>
                <a:uFillTx/>
                <a:latin typeface="DejaVu Serif"/>
              </a:rPr>
              <a:t>&lt;footer&gt;</a:t>
            </a:r>
            <a:endParaRPr b="0" lang="en-US" sz="1400" strike="noStrike" u="none">
              <a:solidFill>
                <a:srgbClr val="000000"/>
              </a:solidFill>
              <a:effectLst/>
              <a:uFillTx/>
              <a:latin typeface="DejaVu Serif"/>
            </a:endParaRPr>
          </a:p>
        </p:txBody>
      </p:sp>
      <p:sp>
        <p:nvSpPr>
          <p:cNvPr id="147" name="PlaceHolder 5"/>
          <p:cNvSpPr>
            <a:spLocks noGrp="1"/>
          </p:cNvSpPr>
          <p:nvPr>
            <p:ph type="sldNum" idx="12"/>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44700ABE-C80D-40EE-9A5C-E6BDBB8A1F8E}"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
        <p:nvSpPr>
          <p:cNvPr id="148" name="Freeform: Shape 1"/>
          <p:cNvSpPr/>
          <p:nvPr/>
        </p:nvSpPr>
        <p:spPr>
          <a:xfrm rot="1999800">
            <a:off x="-1789920" y="6885360"/>
            <a:ext cx="7085160" cy="5192280"/>
          </a:xfrm>
          <a:custGeom>
            <a:avLst/>
            <a:gdLst>
              <a:gd name="textAreaLeft" fmla="*/ 0 w 7085160"/>
              <a:gd name="textAreaRight" fmla="*/ 7085520 w 7085160"/>
              <a:gd name="textAreaTop" fmla="*/ 0 h 5192280"/>
              <a:gd name="textAreaBottom" fmla="*/ 5192640 h 519228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683" h="14425">
                <a:moveTo>
                  <a:pt x="0" y="0"/>
                </a:moveTo>
                <a:cubicBezTo>
                  <a:pt x="175" y="233"/>
                  <a:pt x="1566" y="1307"/>
                  <a:pt x="1767" y="1406"/>
                </a:cubicBezTo>
                <a:cubicBezTo>
                  <a:pt x="1969" y="1505"/>
                  <a:pt x="3923" y="2817"/>
                  <a:pt x="4044" y="2964"/>
                </a:cubicBezTo>
                <a:cubicBezTo>
                  <a:pt x="4165" y="3111"/>
                  <a:pt x="6422" y="4621"/>
                  <a:pt x="6526" y="4769"/>
                </a:cubicBezTo>
                <a:cubicBezTo>
                  <a:pt x="6630" y="4916"/>
                  <a:pt x="8863" y="6469"/>
                  <a:pt x="8977" y="6576"/>
                </a:cubicBezTo>
                <a:cubicBezTo>
                  <a:pt x="9091" y="6683"/>
                  <a:pt x="11355" y="8649"/>
                  <a:pt x="11636" y="8919"/>
                </a:cubicBezTo>
                <a:cubicBezTo>
                  <a:pt x="11916" y="9188"/>
                  <a:pt x="13665" y="10290"/>
                  <a:pt x="13905" y="10485"/>
                </a:cubicBezTo>
                <a:cubicBezTo>
                  <a:pt x="14146" y="10680"/>
                  <a:pt x="14942" y="11318"/>
                  <a:pt x="15274" y="11562"/>
                </a:cubicBezTo>
                <a:cubicBezTo>
                  <a:pt x="15606" y="11806"/>
                  <a:pt x="16586" y="12385"/>
                  <a:pt x="17024" y="12812"/>
                </a:cubicBezTo>
                <a:cubicBezTo>
                  <a:pt x="17462" y="13239"/>
                  <a:pt x="17862" y="13523"/>
                  <a:pt x="18318" y="13845"/>
                </a:cubicBezTo>
                <a:cubicBezTo>
                  <a:pt x="18774" y="14168"/>
                  <a:pt x="19228" y="14232"/>
                  <a:pt x="19683" y="14425"/>
                </a:cubicBezTo>
              </a:path>
            </a:pathLst>
          </a:custGeom>
          <a:noFill/>
          <a:ln cap="rnd" w="57600">
            <a:solidFill>
              <a:srgbClr val="956134"/>
            </a:solidFill>
            <a:round/>
          </a:ln>
        </p:spPr>
        <p:style>
          <a:lnRef idx="0"/>
          <a:fillRef idx="0"/>
          <a:effectRef idx="0"/>
          <a:fontRef idx="minor"/>
        </p:style>
        <p:txBody>
          <a:bodyPr wrap="none" lIns="14040" rIns="14040" tIns="14040" bIns="1404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149" name="Group 2"/>
          <p:cNvGrpSpPr/>
          <p:nvPr/>
        </p:nvGrpSpPr>
        <p:grpSpPr>
          <a:xfrm>
            <a:off x="8726400" y="55800"/>
            <a:ext cx="851040" cy="850320"/>
            <a:chOff x="8726400" y="55800"/>
            <a:chExt cx="851040" cy="850320"/>
          </a:xfrm>
        </p:grpSpPr>
        <p:sp>
          <p:nvSpPr>
            <p:cNvPr id="150" name="Freeform: Shape 3"/>
            <p:cNvSpPr/>
            <p:nvPr/>
          </p:nvSpPr>
          <p:spPr>
            <a:xfrm rot="2697000">
              <a:off x="9019440" y="224640"/>
              <a:ext cx="291240" cy="485640"/>
            </a:xfrm>
            <a:custGeom>
              <a:avLst/>
              <a:gdLst>
                <a:gd name="textAreaLeft" fmla="*/ 0 w 291240"/>
                <a:gd name="textAreaRight" fmla="*/ 291600 w 291240"/>
                <a:gd name="textAreaTop" fmla="*/ 0 h 485640"/>
                <a:gd name="textAreaBottom" fmla="*/ 486000 h 4856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11" h="1351">
                  <a:moveTo>
                    <a:pt x="1" y="0"/>
                  </a:moveTo>
                  <a:lnTo>
                    <a:pt x="0" y="1350"/>
                  </a:lnTo>
                  <a:lnTo>
                    <a:pt x="810" y="1351"/>
                  </a:lnTo>
                  <a:lnTo>
                    <a:pt x="811" y="1"/>
                  </a:lnTo>
                  <a:lnTo>
                    <a:pt x="676" y="1"/>
                  </a:lnTo>
                  <a:lnTo>
                    <a:pt x="675" y="1216"/>
                  </a:lnTo>
                  <a:lnTo>
                    <a:pt x="540" y="1215"/>
                  </a:lnTo>
                  <a:lnTo>
                    <a:pt x="541" y="0"/>
                  </a:lnTo>
                  <a:lnTo>
                    <a:pt x="271" y="0"/>
                  </a:lnTo>
                  <a:lnTo>
                    <a:pt x="270" y="1215"/>
                  </a:lnTo>
                  <a:lnTo>
                    <a:pt x="135" y="1215"/>
                  </a:lnTo>
                  <a:lnTo>
                    <a:pt x="136" y="0"/>
                  </a:lnTo>
                  <a:close/>
                </a:path>
              </a:pathLst>
            </a:custGeom>
            <a:solidFill>
              <a:srgbClr val="f3980f"/>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151" name="Freeform: Shape 4"/>
            <p:cNvSpPr/>
            <p:nvPr/>
          </p:nvSpPr>
          <p:spPr>
            <a:xfrm rot="2703000">
              <a:off x="9277200" y="137160"/>
              <a:ext cx="291240" cy="145440"/>
            </a:xfrm>
            <a:custGeom>
              <a:avLst/>
              <a:gdLst>
                <a:gd name="textAreaLeft" fmla="*/ 0 w 291240"/>
                <a:gd name="textAreaRight" fmla="*/ 291600 w 291240"/>
                <a:gd name="textAreaTop" fmla="*/ 0 h 145440"/>
                <a:gd name="textAreaBottom" fmla="*/ 145800 h 1454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11" h="406">
                  <a:moveTo>
                    <a:pt x="0" y="406"/>
                  </a:moveTo>
                  <a:lnTo>
                    <a:pt x="0" y="113"/>
                  </a:lnTo>
                  <a:cubicBezTo>
                    <a:pt x="0" y="93"/>
                    <a:pt x="5" y="74"/>
                    <a:pt x="15" y="57"/>
                  </a:cubicBezTo>
                  <a:cubicBezTo>
                    <a:pt x="25" y="40"/>
                    <a:pt x="39" y="26"/>
                    <a:pt x="56" y="16"/>
                  </a:cubicBezTo>
                  <a:cubicBezTo>
                    <a:pt x="73" y="6"/>
                    <a:pt x="93" y="1"/>
                    <a:pt x="112" y="1"/>
                  </a:cubicBezTo>
                  <a:lnTo>
                    <a:pt x="698" y="0"/>
                  </a:lnTo>
                  <a:cubicBezTo>
                    <a:pt x="718" y="0"/>
                    <a:pt x="737" y="5"/>
                    <a:pt x="754" y="15"/>
                  </a:cubicBezTo>
                  <a:cubicBezTo>
                    <a:pt x="771" y="25"/>
                    <a:pt x="785" y="39"/>
                    <a:pt x="795" y="56"/>
                  </a:cubicBezTo>
                  <a:cubicBezTo>
                    <a:pt x="805" y="73"/>
                    <a:pt x="810" y="93"/>
                    <a:pt x="810" y="112"/>
                  </a:cubicBezTo>
                  <a:lnTo>
                    <a:pt x="811" y="405"/>
                  </a:lnTo>
                  <a:close/>
                </a:path>
              </a:pathLst>
            </a:custGeom>
            <a:solidFill>
              <a:srgbClr val="78171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152" name="Group 5"/>
            <p:cNvGrpSpPr/>
            <p:nvPr/>
          </p:nvGrpSpPr>
          <p:grpSpPr>
            <a:xfrm>
              <a:off x="8726400" y="571320"/>
              <a:ext cx="335160" cy="334800"/>
              <a:chOff x="8726400" y="571320"/>
              <a:chExt cx="335160" cy="334800"/>
            </a:xfrm>
          </p:grpSpPr>
          <p:sp>
            <p:nvSpPr>
              <p:cNvPr id="153" name="Freeform: Shape 6"/>
              <p:cNvSpPr/>
              <p:nvPr/>
            </p:nvSpPr>
            <p:spPr>
              <a:xfrm rot="2697000">
                <a:off x="8748720" y="646920"/>
                <a:ext cx="290520" cy="183240"/>
              </a:xfrm>
              <a:custGeom>
                <a:avLst/>
                <a:gdLst>
                  <a:gd name="textAreaLeft" fmla="*/ 0 w 290520"/>
                  <a:gd name="textAreaRight" fmla="*/ 290880 w 290520"/>
                  <a:gd name="textAreaTop" fmla="*/ 0 h 183240"/>
                  <a:gd name="textAreaBottom" fmla="*/ 183600 h 1832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09" h="511">
                    <a:moveTo>
                      <a:pt x="809" y="1"/>
                    </a:moveTo>
                    <a:lnTo>
                      <a:pt x="406" y="511"/>
                    </a:lnTo>
                    <a:lnTo>
                      <a:pt x="0" y="0"/>
                    </a:lnTo>
                    <a:close/>
                  </a:path>
                </a:pathLst>
              </a:custGeom>
              <a:solidFill>
                <a:srgbClr val="f5b09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154" name="Freeform: Shape 7"/>
              <p:cNvSpPr/>
              <p:nvPr/>
            </p:nvSpPr>
            <p:spPr>
              <a:xfrm rot="2700000">
                <a:off x="8788320" y="726120"/>
                <a:ext cx="145080" cy="90720"/>
              </a:xfrm>
              <a:custGeom>
                <a:avLst/>
                <a:gdLst>
                  <a:gd name="textAreaLeft" fmla="*/ 0 w 145080"/>
                  <a:gd name="textAreaRight" fmla="*/ 145440 w 145080"/>
                  <a:gd name="textAreaTop" fmla="*/ 0 h 90720"/>
                  <a:gd name="textAreaBottom" fmla="*/ 91080 h 9072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05" h="254">
                    <a:moveTo>
                      <a:pt x="405" y="0"/>
                    </a:moveTo>
                    <a:lnTo>
                      <a:pt x="202" y="254"/>
                    </a:lnTo>
                    <a:lnTo>
                      <a:pt x="0" y="0"/>
                    </a:lnTo>
                    <a:close/>
                  </a:path>
                </a:pathLst>
              </a:custGeom>
              <a:solidFill>
                <a:srgbClr val="00000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grpSp>
      <p:sp>
        <p:nvSpPr>
          <p:cNvPr id="155" name="PlaceHolder 1"/>
          <p:cNvSpPr>
            <a:spLocks noGrp="1"/>
          </p:cNvSpPr>
          <p:nvPr>
            <p:ph type="title"/>
          </p:nvPr>
        </p:nvSpPr>
        <p:spPr>
          <a:xfrm>
            <a:off x="687240" y="1414440"/>
            <a:ext cx="8694360" cy="2356920"/>
          </a:xfrm>
          <a:prstGeom prst="rect">
            <a:avLst/>
          </a:prstGeom>
          <a:noFill/>
          <a:ln w="0">
            <a:noFill/>
          </a:ln>
        </p:spPr>
        <p:txBody>
          <a:bodyPr lIns="0" rIns="0" tIns="0" bIns="0" anchor="b">
            <a:noAutofit/>
          </a:bodyPr>
          <a:p>
            <a:pPr indent="0" algn="ctr">
              <a:lnSpc>
                <a:spcPct val="100000"/>
              </a:lnSpc>
              <a:buNone/>
            </a:pPr>
            <a:r>
              <a:rPr b="0" lang="en-US" sz="6000" strike="noStrike" u="none">
                <a:solidFill>
                  <a:srgbClr val="ff8000"/>
                </a:solidFill>
                <a:effectLst/>
                <a:uFillTx/>
                <a:latin typeface="Calibri"/>
              </a:rPr>
              <a:t>Click to edit Master title style</a:t>
            </a:r>
            <a:endParaRPr b="0" lang="en-US" sz="6000" strike="noStrike" u="none">
              <a:solidFill>
                <a:schemeClr val="dk1"/>
              </a:solidFill>
              <a:effectLst/>
              <a:uFillTx/>
              <a:latin typeface="Calibri"/>
            </a:endParaRPr>
          </a:p>
        </p:txBody>
      </p:sp>
      <p:sp>
        <p:nvSpPr>
          <p:cNvPr id="156" name="PlaceHolder 2"/>
          <p:cNvSpPr>
            <a:spLocks noGrp="1"/>
          </p:cNvSpPr>
          <p:nvPr>
            <p:ph type="body"/>
          </p:nvPr>
        </p:nvSpPr>
        <p:spPr>
          <a:xfrm>
            <a:off x="687240" y="3794040"/>
            <a:ext cx="8694360" cy="1240920"/>
          </a:xfrm>
          <a:prstGeom prst="rect">
            <a:avLst/>
          </a:prstGeom>
          <a:noFill/>
          <a:ln w="0">
            <a:noFill/>
          </a:ln>
        </p:spPr>
        <p:txBody>
          <a:bodyPr lIns="0" rIns="0" tIns="0" bIns="0" anchor="t">
            <a:noAutofit/>
          </a:bodyPr>
          <a:p>
            <a:pPr indent="0">
              <a:lnSpc>
                <a:spcPct val="100000"/>
              </a:lnSpc>
              <a:spcBef>
                <a:spcPts val="1057"/>
              </a:spcBef>
              <a:buNone/>
              <a:tabLst>
                <a:tab algn="l" pos="0"/>
              </a:tabLst>
            </a:pPr>
            <a:r>
              <a:rPr b="0" lang="en-US" sz="2400" strike="noStrike" u="none">
                <a:solidFill>
                  <a:schemeClr val="dk1">
                    <a:tint val="75000"/>
                  </a:schemeClr>
                </a:solidFill>
                <a:effectLst/>
                <a:uFillTx/>
                <a:latin typeface="Calibri"/>
              </a:rPr>
              <a:t>Click to edit Master text styles</a:t>
            </a:r>
            <a:endParaRPr b="0" lang="en-US" sz="2400" strike="noStrike" u="none">
              <a:solidFill>
                <a:schemeClr val="dk1"/>
              </a:solidFill>
              <a:effectLst/>
              <a:uFillTx/>
              <a:latin typeface="Calibri"/>
            </a:endParaRPr>
          </a:p>
        </p:txBody>
      </p:sp>
      <p:sp>
        <p:nvSpPr>
          <p:cNvPr id="157" name="PlaceHolder 3"/>
          <p:cNvSpPr>
            <a:spLocks noGrp="1"/>
          </p:cNvSpPr>
          <p:nvPr>
            <p:ph type="dt" idx="13"/>
          </p:nvPr>
        </p:nvSpPr>
        <p:spPr>
          <a:xfrm>
            <a:off x="540000" y="5400000"/>
            <a:ext cx="2339640" cy="2696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DejaVu Serif"/>
              </a:defRPr>
            </a:lvl1pPr>
          </a:lstStyle>
          <a:p>
            <a:pPr indent="0">
              <a:buNone/>
            </a:pPr>
            <a:r>
              <a:rPr b="0" lang="en-US" sz="1400" strike="noStrike" u="none">
                <a:solidFill>
                  <a:srgbClr val="000000"/>
                </a:solidFill>
                <a:effectLst/>
                <a:uFillTx/>
                <a:latin typeface="DejaVu Serif"/>
              </a:rPr>
              <a:t>&lt;date/time&gt;</a:t>
            </a:r>
            <a:endParaRPr b="0" lang="en-US" sz="1400" strike="noStrike" u="none">
              <a:solidFill>
                <a:srgbClr val="000000"/>
              </a:solidFill>
              <a:effectLst/>
              <a:uFillTx/>
              <a:latin typeface="DejaVu Serif"/>
            </a:endParaRPr>
          </a:p>
        </p:txBody>
      </p:sp>
      <p:sp>
        <p:nvSpPr>
          <p:cNvPr id="158" name="PlaceHolder 4"/>
          <p:cNvSpPr>
            <a:spLocks noGrp="1"/>
          </p:cNvSpPr>
          <p:nvPr>
            <p:ph type="ftr" idx="14"/>
          </p:nvPr>
        </p:nvSpPr>
        <p:spPr>
          <a:xfrm>
            <a:off x="3420000" y="5400000"/>
            <a:ext cx="3239640" cy="269640"/>
          </a:xfrm>
          <a:prstGeom prst="rect">
            <a:avLst/>
          </a:prstGeom>
          <a:noFill/>
          <a:ln w="0">
            <a:noFill/>
          </a:ln>
        </p:spPr>
        <p:txBody>
          <a:bodyPr lIns="0" rIns="0" tIns="0" bIns="0" anchor="t">
            <a:noAutofit/>
          </a:bodyPr>
          <a:lstStyle>
            <a:lvl1pPr indent="0" algn="ctr">
              <a:buNone/>
              <a:defRPr b="0" lang="en-US" sz="1400" strike="noStrike" u="none">
                <a:solidFill>
                  <a:srgbClr val="000000"/>
                </a:solidFill>
                <a:effectLst/>
                <a:uFillTx/>
                <a:latin typeface="DejaVu Serif"/>
              </a:defRPr>
            </a:lvl1pPr>
          </a:lstStyle>
          <a:p>
            <a:pPr indent="0" algn="ctr">
              <a:buNone/>
            </a:pPr>
            <a:r>
              <a:rPr b="0" lang="en-US" sz="1400" strike="noStrike" u="none">
                <a:solidFill>
                  <a:srgbClr val="000000"/>
                </a:solidFill>
                <a:effectLst/>
                <a:uFillTx/>
                <a:latin typeface="DejaVu Serif"/>
              </a:rPr>
              <a:t>&lt;footer&gt;</a:t>
            </a:r>
            <a:endParaRPr b="0" lang="en-US" sz="1400" strike="noStrike" u="none">
              <a:solidFill>
                <a:srgbClr val="000000"/>
              </a:solidFill>
              <a:effectLst/>
              <a:uFillTx/>
              <a:latin typeface="DejaVu Serif"/>
            </a:endParaRPr>
          </a:p>
        </p:txBody>
      </p:sp>
      <p:sp>
        <p:nvSpPr>
          <p:cNvPr id="159" name="PlaceHolder 5"/>
          <p:cNvSpPr>
            <a:spLocks noGrp="1"/>
          </p:cNvSpPr>
          <p:nvPr>
            <p:ph type="sldNum" idx="15"/>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3D418196-6E93-4C2F-90FD-3FDA310613DA}"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5">
    <p:spTree>
      <p:nvGrpSpPr>
        <p:cNvPr id="1" name=""/>
        <p:cNvGrpSpPr/>
        <p:nvPr/>
      </p:nvGrpSpPr>
      <p:grpSpPr>
        <a:xfrm>
          <a:off x="0" y="0"/>
          <a:ext cx="0" cy="0"/>
          <a:chOff x="0" y="0"/>
          <a:chExt cx="0" cy="0"/>
        </a:xfrm>
      </p:grpSpPr>
      <p:sp>
        <p:nvSpPr>
          <p:cNvPr id="160" name="Freeform: Shape 1"/>
          <p:cNvSpPr/>
          <p:nvPr/>
        </p:nvSpPr>
        <p:spPr>
          <a:xfrm rot="1999800">
            <a:off x="-1789920" y="6885360"/>
            <a:ext cx="7085160" cy="5192280"/>
          </a:xfrm>
          <a:custGeom>
            <a:avLst/>
            <a:gdLst>
              <a:gd name="textAreaLeft" fmla="*/ 0 w 7085160"/>
              <a:gd name="textAreaRight" fmla="*/ 7085520 w 7085160"/>
              <a:gd name="textAreaTop" fmla="*/ 0 h 5192280"/>
              <a:gd name="textAreaBottom" fmla="*/ 5192640 h 519228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683" h="14425">
                <a:moveTo>
                  <a:pt x="0" y="0"/>
                </a:moveTo>
                <a:cubicBezTo>
                  <a:pt x="175" y="233"/>
                  <a:pt x="1566" y="1307"/>
                  <a:pt x="1767" y="1406"/>
                </a:cubicBezTo>
                <a:cubicBezTo>
                  <a:pt x="1969" y="1505"/>
                  <a:pt x="3923" y="2817"/>
                  <a:pt x="4044" y="2964"/>
                </a:cubicBezTo>
                <a:cubicBezTo>
                  <a:pt x="4165" y="3111"/>
                  <a:pt x="6422" y="4621"/>
                  <a:pt x="6526" y="4769"/>
                </a:cubicBezTo>
                <a:cubicBezTo>
                  <a:pt x="6630" y="4916"/>
                  <a:pt x="8863" y="6469"/>
                  <a:pt x="8977" y="6576"/>
                </a:cubicBezTo>
                <a:cubicBezTo>
                  <a:pt x="9091" y="6683"/>
                  <a:pt x="11355" y="8649"/>
                  <a:pt x="11636" y="8919"/>
                </a:cubicBezTo>
                <a:cubicBezTo>
                  <a:pt x="11916" y="9188"/>
                  <a:pt x="13665" y="10290"/>
                  <a:pt x="13905" y="10485"/>
                </a:cubicBezTo>
                <a:cubicBezTo>
                  <a:pt x="14146" y="10680"/>
                  <a:pt x="14942" y="11318"/>
                  <a:pt x="15274" y="11562"/>
                </a:cubicBezTo>
                <a:cubicBezTo>
                  <a:pt x="15606" y="11806"/>
                  <a:pt x="16586" y="12385"/>
                  <a:pt x="17024" y="12812"/>
                </a:cubicBezTo>
                <a:cubicBezTo>
                  <a:pt x="17462" y="13239"/>
                  <a:pt x="17862" y="13523"/>
                  <a:pt x="18318" y="13845"/>
                </a:cubicBezTo>
                <a:cubicBezTo>
                  <a:pt x="18774" y="14168"/>
                  <a:pt x="19228" y="14232"/>
                  <a:pt x="19683" y="14425"/>
                </a:cubicBezTo>
              </a:path>
            </a:pathLst>
          </a:custGeom>
          <a:noFill/>
          <a:ln cap="rnd" w="57600">
            <a:solidFill>
              <a:srgbClr val="956134"/>
            </a:solidFill>
            <a:round/>
          </a:ln>
        </p:spPr>
        <p:style>
          <a:lnRef idx="0"/>
          <a:fillRef idx="0"/>
          <a:effectRef idx="0"/>
          <a:fontRef idx="minor"/>
        </p:style>
        <p:txBody>
          <a:bodyPr wrap="none" lIns="14040" rIns="14040" tIns="14040" bIns="1404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161" name="Group 2"/>
          <p:cNvGrpSpPr/>
          <p:nvPr/>
        </p:nvGrpSpPr>
        <p:grpSpPr>
          <a:xfrm>
            <a:off x="8726400" y="55800"/>
            <a:ext cx="851040" cy="850320"/>
            <a:chOff x="8726400" y="55800"/>
            <a:chExt cx="851040" cy="850320"/>
          </a:xfrm>
        </p:grpSpPr>
        <p:sp>
          <p:nvSpPr>
            <p:cNvPr id="162" name="Freeform: Shape 3"/>
            <p:cNvSpPr/>
            <p:nvPr/>
          </p:nvSpPr>
          <p:spPr>
            <a:xfrm rot="2697000">
              <a:off x="9019440" y="224640"/>
              <a:ext cx="291240" cy="485640"/>
            </a:xfrm>
            <a:custGeom>
              <a:avLst/>
              <a:gdLst>
                <a:gd name="textAreaLeft" fmla="*/ 0 w 291240"/>
                <a:gd name="textAreaRight" fmla="*/ 291600 w 291240"/>
                <a:gd name="textAreaTop" fmla="*/ 0 h 485640"/>
                <a:gd name="textAreaBottom" fmla="*/ 486000 h 4856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11" h="1351">
                  <a:moveTo>
                    <a:pt x="1" y="0"/>
                  </a:moveTo>
                  <a:lnTo>
                    <a:pt x="0" y="1350"/>
                  </a:lnTo>
                  <a:lnTo>
                    <a:pt x="810" y="1351"/>
                  </a:lnTo>
                  <a:lnTo>
                    <a:pt x="811" y="1"/>
                  </a:lnTo>
                  <a:lnTo>
                    <a:pt x="676" y="1"/>
                  </a:lnTo>
                  <a:lnTo>
                    <a:pt x="675" y="1216"/>
                  </a:lnTo>
                  <a:lnTo>
                    <a:pt x="540" y="1215"/>
                  </a:lnTo>
                  <a:lnTo>
                    <a:pt x="541" y="0"/>
                  </a:lnTo>
                  <a:lnTo>
                    <a:pt x="271" y="0"/>
                  </a:lnTo>
                  <a:lnTo>
                    <a:pt x="270" y="1215"/>
                  </a:lnTo>
                  <a:lnTo>
                    <a:pt x="135" y="1215"/>
                  </a:lnTo>
                  <a:lnTo>
                    <a:pt x="136" y="0"/>
                  </a:lnTo>
                  <a:close/>
                </a:path>
              </a:pathLst>
            </a:custGeom>
            <a:solidFill>
              <a:srgbClr val="f3980f"/>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163" name="Freeform: Shape 4"/>
            <p:cNvSpPr/>
            <p:nvPr/>
          </p:nvSpPr>
          <p:spPr>
            <a:xfrm rot="2703000">
              <a:off x="9277200" y="137160"/>
              <a:ext cx="291240" cy="145440"/>
            </a:xfrm>
            <a:custGeom>
              <a:avLst/>
              <a:gdLst>
                <a:gd name="textAreaLeft" fmla="*/ 0 w 291240"/>
                <a:gd name="textAreaRight" fmla="*/ 291600 w 291240"/>
                <a:gd name="textAreaTop" fmla="*/ 0 h 145440"/>
                <a:gd name="textAreaBottom" fmla="*/ 145800 h 1454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11" h="406">
                  <a:moveTo>
                    <a:pt x="0" y="406"/>
                  </a:moveTo>
                  <a:lnTo>
                    <a:pt x="0" y="113"/>
                  </a:lnTo>
                  <a:cubicBezTo>
                    <a:pt x="0" y="93"/>
                    <a:pt x="5" y="74"/>
                    <a:pt x="15" y="57"/>
                  </a:cubicBezTo>
                  <a:cubicBezTo>
                    <a:pt x="25" y="40"/>
                    <a:pt x="39" y="26"/>
                    <a:pt x="56" y="16"/>
                  </a:cubicBezTo>
                  <a:cubicBezTo>
                    <a:pt x="73" y="6"/>
                    <a:pt x="93" y="1"/>
                    <a:pt x="112" y="1"/>
                  </a:cubicBezTo>
                  <a:lnTo>
                    <a:pt x="698" y="0"/>
                  </a:lnTo>
                  <a:cubicBezTo>
                    <a:pt x="718" y="0"/>
                    <a:pt x="737" y="5"/>
                    <a:pt x="754" y="15"/>
                  </a:cubicBezTo>
                  <a:cubicBezTo>
                    <a:pt x="771" y="25"/>
                    <a:pt x="785" y="39"/>
                    <a:pt x="795" y="56"/>
                  </a:cubicBezTo>
                  <a:cubicBezTo>
                    <a:pt x="805" y="73"/>
                    <a:pt x="810" y="93"/>
                    <a:pt x="810" y="112"/>
                  </a:cubicBezTo>
                  <a:lnTo>
                    <a:pt x="811" y="405"/>
                  </a:lnTo>
                  <a:close/>
                </a:path>
              </a:pathLst>
            </a:custGeom>
            <a:solidFill>
              <a:srgbClr val="78171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164" name="Group 5"/>
            <p:cNvGrpSpPr/>
            <p:nvPr/>
          </p:nvGrpSpPr>
          <p:grpSpPr>
            <a:xfrm>
              <a:off x="8726400" y="571320"/>
              <a:ext cx="335160" cy="334800"/>
              <a:chOff x="8726400" y="571320"/>
              <a:chExt cx="335160" cy="334800"/>
            </a:xfrm>
          </p:grpSpPr>
          <p:sp>
            <p:nvSpPr>
              <p:cNvPr id="165" name="Freeform: Shape 6"/>
              <p:cNvSpPr/>
              <p:nvPr/>
            </p:nvSpPr>
            <p:spPr>
              <a:xfrm rot="2697000">
                <a:off x="8748720" y="646920"/>
                <a:ext cx="290520" cy="183240"/>
              </a:xfrm>
              <a:custGeom>
                <a:avLst/>
                <a:gdLst>
                  <a:gd name="textAreaLeft" fmla="*/ 0 w 290520"/>
                  <a:gd name="textAreaRight" fmla="*/ 290880 w 290520"/>
                  <a:gd name="textAreaTop" fmla="*/ 0 h 183240"/>
                  <a:gd name="textAreaBottom" fmla="*/ 183600 h 1832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09" h="511">
                    <a:moveTo>
                      <a:pt x="809" y="1"/>
                    </a:moveTo>
                    <a:lnTo>
                      <a:pt x="406" y="511"/>
                    </a:lnTo>
                    <a:lnTo>
                      <a:pt x="0" y="0"/>
                    </a:lnTo>
                    <a:close/>
                  </a:path>
                </a:pathLst>
              </a:custGeom>
              <a:solidFill>
                <a:srgbClr val="f5b09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166" name="Freeform: Shape 7"/>
              <p:cNvSpPr/>
              <p:nvPr/>
            </p:nvSpPr>
            <p:spPr>
              <a:xfrm rot="2700000">
                <a:off x="8788320" y="726120"/>
                <a:ext cx="145080" cy="90720"/>
              </a:xfrm>
              <a:custGeom>
                <a:avLst/>
                <a:gdLst>
                  <a:gd name="textAreaLeft" fmla="*/ 0 w 145080"/>
                  <a:gd name="textAreaRight" fmla="*/ 145440 w 145080"/>
                  <a:gd name="textAreaTop" fmla="*/ 0 h 90720"/>
                  <a:gd name="textAreaBottom" fmla="*/ 91080 h 9072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05" h="254">
                    <a:moveTo>
                      <a:pt x="405" y="0"/>
                    </a:moveTo>
                    <a:lnTo>
                      <a:pt x="202" y="254"/>
                    </a:lnTo>
                    <a:lnTo>
                      <a:pt x="0" y="0"/>
                    </a:lnTo>
                    <a:close/>
                  </a:path>
                </a:pathLst>
              </a:custGeom>
              <a:solidFill>
                <a:srgbClr val="00000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grpSp>
      <p:sp>
        <p:nvSpPr>
          <p:cNvPr id="167" name="PlaceHolder 1"/>
          <p:cNvSpPr>
            <a:spLocks noGrp="1"/>
          </p:cNvSpPr>
          <p:nvPr>
            <p:ph type="title"/>
          </p:nvPr>
        </p:nvSpPr>
        <p:spPr>
          <a:xfrm>
            <a:off x="540000" y="180000"/>
            <a:ext cx="8279640" cy="629640"/>
          </a:xfrm>
          <a:prstGeom prst="rect">
            <a:avLst/>
          </a:prstGeom>
          <a:noFill/>
          <a:ln w="0">
            <a:noFill/>
          </a:ln>
        </p:spPr>
        <p:txBody>
          <a:bodyPr lIns="0" rIns="0" tIns="0" bIns="0" anchor="ctr">
            <a:noAutofit/>
          </a:bodyPr>
          <a:p>
            <a:pPr indent="0" algn="ctr">
              <a:lnSpc>
                <a:spcPct val="100000"/>
              </a:lnSpc>
              <a:buNone/>
            </a:pPr>
            <a:r>
              <a:rPr b="0" lang="en-US" sz="3200" strike="noStrike" u="none">
                <a:solidFill>
                  <a:srgbClr val="ff8000"/>
                </a:solidFill>
                <a:effectLst/>
                <a:uFillTx/>
                <a:latin typeface="Calibri"/>
              </a:rPr>
              <a:t>Click to edit Master title style</a:t>
            </a:r>
            <a:endParaRPr b="0" lang="en-US" sz="3200" strike="noStrike" u="none">
              <a:solidFill>
                <a:schemeClr val="dk1"/>
              </a:solidFill>
              <a:effectLst/>
              <a:uFillTx/>
              <a:latin typeface="Calibri"/>
            </a:endParaRPr>
          </a:p>
        </p:txBody>
      </p:sp>
      <p:sp>
        <p:nvSpPr>
          <p:cNvPr id="168" name="PlaceHolder 2"/>
          <p:cNvSpPr>
            <a:spLocks noGrp="1"/>
          </p:cNvSpPr>
          <p:nvPr>
            <p:ph type="body"/>
          </p:nvPr>
        </p:nvSpPr>
        <p:spPr>
          <a:xfrm>
            <a:off x="539640" y="1260360"/>
            <a:ext cx="4422240" cy="3958920"/>
          </a:xfrm>
          <a:prstGeom prst="rect">
            <a:avLst/>
          </a:prstGeom>
          <a:noFill/>
          <a:ln w="0">
            <a:noFill/>
          </a:ln>
        </p:spPr>
        <p:txBody>
          <a:bodyPr lIns="0" rIns="0" tIns="0" bIns="0" anchor="t">
            <a:noAutofit/>
          </a:bodyPr>
          <a:p>
            <a:pPr indent="0">
              <a:lnSpc>
                <a:spcPct val="100000"/>
              </a:lnSpc>
              <a:spcBef>
                <a:spcPts val="1057"/>
              </a:spcBef>
              <a:buNone/>
              <a:tabLst>
                <a:tab algn="l" pos="0"/>
              </a:tabLst>
            </a:pPr>
            <a:r>
              <a:rPr b="0" lang="en-US" sz="2400" strike="noStrike" u="none">
                <a:solidFill>
                  <a:srgbClr val="000000"/>
                </a:solidFill>
                <a:effectLst/>
                <a:uFillTx/>
                <a:latin typeface="Calibri"/>
              </a:rPr>
              <a:t>Click to edit Master text styles</a:t>
            </a:r>
            <a:endParaRPr b="0" lang="en-US" sz="2400" strike="noStrike" u="none">
              <a:solidFill>
                <a:schemeClr val="dk1"/>
              </a:solidFill>
              <a:effectLst/>
              <a:uFillTx/>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169" name="PlaceHolder 3"/>
          <p:cNvSpPr>
            <a:spLocks noGrp="1"/>
          </p:cNvSpPr>
          <p:nvPr>
            <p:ph type="body"/>
          </p:nvPr>
        </p:nvSpPr>
        <p:spPr>
          <a:xfrm>
            <a:off x="5114880" y="1260360"/>
            <a:ext cx="4424040" cy="3958920"/>
          </a:xfrm>
          <a:prstGeom prst="rect">
            <a:avLst/>
          </a:prstGeom>
          <a:noFill/>
          <a:ln w="0">
            <a:noFill/>
          </a:ln>
        </p:spPr>
        <p:txBody>
          <a:bodyPr lIns="0" rIns="0" tIns="0" bIns="0" anchor="t">
            <a:noAutofit/>
          </a:bodyPr>
          <a:p>
            <a:pPr indent="0">
              <a:lnSpc>
                <a:spcPct val="100000"/>
              </a:lnSpc>
              <a:spcBef>
                <a:spcPts val="1057"/>
              </a:spcBef>
              <a:buNone/>
              <a:tabLst>
                <a:tab algn="l" pos="0"/>
              </a:tabLst>
            </a:pPr>
            <a:r>
              <a:rPr b="0" lang="en-US" sz="2400" strike="noStrike" u="none">
                <a:solidFill>
                  <a:srgbClr val="000000"/>
                </a:solidFill>
                <a:effectLst/>
                <a:uFillTx/>
                <a:latin typeface="Calibri"/>
              </a:rPr>
              <a:t>Click to edit Master text styles</a:t>
            </a:r>
            <a:endParaRPr b="0" lang="en-US" sz="2400" strike="noStrike" u="none">
              <a:solidFill>
                <a:schemeClr val="dk1"/>
              </a:solidFill>
              <a:effectLst/>
              <a:uFillTx/>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170" name="PlaceHolder 4"/>
          <p:cNvSpPr>
            <a:spLocks noGrp="1"/>
          </p:cNvSpPr>
          <p:nvPr>
            <p:ph type="dt" idx="16"/>
          </p:nvPr>
        </p:nvSpPr>
        <p:spPr>
          <a:xfrm>
            <a:off x="540000" y="5400000"/>
            <a:ext cx="2339640" cy="2696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DejaVu Serif"/>
              </a:defRPr>
            </a:lvl1pPr>
          </a:lstStyle>
          <a:p>
            <a:pPr indent="0">
              <a:buNone/>
            </a:pPr>
            <a:r>
              <a:rPr b="0" lang="en-US" sz="1400" strike="noStrike" u="none">
                <a:solidFill>
                  <a:srgbClr val="000000"/>
                </a:solidFill>
                <a:effectLst/>
                <a:uFillTx/>
                <a:latin typeface="DejaVu Serif"/>
              </a:rPr>
              <a:t>&lt;date/time&gt;</a:t>
            </a:r>
            <a:endParaRPr b="0" lang="en-US" sz="1400" strike="noStrike" u="none">
              <a:solidFill>
                <a:srgbClr val="000000"/>
              </a:solidFill>
              <a:effectLst/>
              <a:uFillTx/>
              <a:latin typeface="DejaVu Serif"/>
            </a:endParaRPr>
          </a:p>
        </p:txBody>
      </p:sp>
      <p:sp>
        <p:nvSpPr>
          <p:cNvPr id="171" name="PlaceHolder 5"/>
          <p:cNvSpPr>
            <a:spLocks noGrp="1"/>
          </p:cNvSpPr>
          <p:nvPr>
            <p:ph type="ftr" idx="17"/>
          </p:nvPr>
        </p:nvSpPr>
        <p:spPr>
          <a:xfrm>
            <a:off x="3420000" y="5400000"/>
            <a:ext cx="3239640" cy="269640"/>
          </a:xfrm>
          <a:prstGeom prst="rect">
            <a:avLst/>
          </a:prstGeom>
          <a:noFill/>
          <a:ln w="0">
            <a:noFill/>
          </a:ln>
        </p:spPr>
        <p:txBody>
          <a:bodyPr lIns="0" rIns="0" tIns="0" bIns="0" anchor="t">
            <a:noAutofit/>
          </a:bodyPr>
          <a:lstStyle>
            <a:lvl1pPr indent="0" algn="ctr">
              <a:buNone/>
              <a:defRPr b="0" lang="en-US" sz="1400" strike="noStrike" u="none">
                <a:solidFill>
                  <a:srgbClr val="000000"/>
                </a:solidFill>
                <a:effectLst/>
                <a:uFillTx/>
                <a:latin typeface="DejaVu Serif"/>
              </a:defRPr>
            </a:lvl1pPr>
          </a:lstStyle>
          <a:p>
            <a:pPr indent="0" algn="ctr">
              <a:buNone/>
            </a:pPr>
            <a:r>
              <a:rPr b="0" lang="en-US" sz="1400" strike="noStrike" u="none">
                <a:solidFill>
                  <a:srgbClr val="000000"/>
                </a:solidFill>
                <a:effectLst/>
                <a:uFillTx/>
                <a:latin typeface="DejaVu Serif"/>
              </a:rPr>
              <a:t>&lt;footer&gt;</a:t>
            </a:r>
            <a:endParaRPr b="0" lang="en-US" sz="1400" strike="noStrike" u="none">
              <a:solidFill>
                <a:srgbClr val="000000"/>
              </a:solidFill>
              <a:effectLst/>
              <a:uFillTx/>
              <a:latin typeface="DejaVu Serif"/>
            </a:endParaRPr>
          </a:p>
        </p:txBody>
      </p:sp>
      <p:sp>
        <p:nvSpPr>
          <p:cNvPr id="172" name="PlaceHolder 6"/>
          <p:cNvSpPr>
            <a:spLocks noGrp="1"/>
          </p:cNvSpPr>
          <p:nvPr>
            <p:ph type="sldNum" idx="18"/>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982A244E-445D-481E-902E-7342E2855AC1}"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6">
    <p:spTree>
      <p:nvGrpSpPr>
        <p:cNvPr id="1" name=""/>
        <p:cNvGrpSpPr/>
        <p:nvPr/>
      </p:nvGrpSpPr>
      <p:grpSpPr>
        <a:xfrm>
          <a:off x="0" y="0"/>
          <a:ext cx="0" cy="0"/>
          <a:chOff x="0" y="0"/>
          <a:chExt cx="0" cy="0"/>
        </a:xfrm>
      </p:grpSpPr>
      <p:sp>
        <p:nvSpPr>
          <p:cNvPr id="173" name="Freeform: Shape 1"/>
          <p:cNvSpPr/>
          <p:nvPr/>
        </p:nvSpPr>
        <p:spPr>
          <a:xfrm rot="1999800">
            <a:off x="-1789920" y="6885360"/>
            <a:ext cx="7085160" cy="5192280"/>
          </a:xfrm>
          <a:custGeom>
            <a:avLst/>
            <a:gdLst>
              <a:gd name="textAreaLeft" fmla="*/ 0 w 7085160"/>
              <a:gd name="textAreaRight" fmla="*/ 7085520 w 7085160"/>
              <a:gd name="textAreaTop" fmla="*/ 0 h 5192280"/>
              <a:gd name="textAreaBottom" fmla="*/ 5192640 h 519228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683" h="14425">
                <a:moveTo>
                  <a:pt x="0" y="0"/>
                </a:moveTo>
                <a:cubicBezTo>
                  <a:pt x="175" y="233"/>
                  <a:pt x="1566" y="1307"/>
                  <a:pt x="1767" y="1406"/>
                </a:cubicBezTo>
                <a:cubicBezTo>
                  <a:pt x="1969" y="1505"/>
                  <a:pt x="3923" y="2817"/>
                  <a:pt x="4044" y="2964"/>
                </a:cubicBezTo>
                <a:cubicBezTo>
                  <a:pt x="4165" y="3111"/>
                  <a:pt x="6422" y="4621"/>
                  <a:pt x="6526" y="4769"/>
                </a:cubicBezTo>
                <a:cubicBezTo>
                  <a:pt x="6630" y="4916"/>
                  <a:pt x="8863" y="6469"/>
                  <a:pt x="8977" y="6576"/>
                </a:cubicBezTo>
                <a:cubicBezTo>
                  <a:pt x="9091" y="6683"/>
                  <a:pt x="11355" y="8649"/>
                  <a:pt x="11636" y="8919"/>
                </a:cubicBezTo>
                <a:cubicBezTo>
                  <a:pt x="11916" y="9188"/>
                  <a:pt x="13665" y="10290"/>
                  <a:pt x="13905" y="10485"/>
                </a:cubicBezTo>
                <a:cubicBezTo>
                  <a:pt x="14146" y="10680"/>
                  <a:pt x="14942" y="11318"/>
                  <a:pt x="15274" y="11562"/>
                </a:cubicBezTo>
                <a:cubicBezTo>
                  <a:pt x="15606" y="11806"/>
                  <a:pt x="16586" y="12385"/>
                  <a:pt x="17024" y="12812"/>
                </a:cubicBezTo>
                <a:cubicBezTo>
                  <a:pt x="17462" y="13239"/>
                  <a:pt x="17862" y="13523"/>
                  <a:pt x="18318" y="13845"/>
                </a:cubicBezTo>
                <a:cubicBezTo>
                  <a:pt x="18774" y="14168"/>
                  <a:pt x="19228" y="14232"/>
                  <a:pt x="19683" y="14425"/>
                </a:cubicBezTo>
              </a:path>
            </a:pathLst>
          </a:custGeom>
          <a:noFill/>
          <a:ln cap="rnd" w="57600">
            <a:solidFill>
              <a:srgbClr val="956134"/>
            </a:solidFill>
            <a:round/>
          </a:ln>
        </p:spPr>
        <p:style>
          <a:lnRef idx="0"/>
          <a:fillRef idx="0"/>
          <a:effectRef idx="0"/>
          <a:fontRef idx="minor"/>
        </p:style>
        <p:txBody>
          <a:bodyPr wrap="none" lIns="14040" rIns="14040" tIns="14040" bIns="1404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174" name="Group 2"/>
          <p:cNvGrpSpPr/>
          <p:nvPr/>
        </p:nvGrpSpPr>
        <p:grpSpPr>
          <a:xfrm>
            <a:off x="8726400" y="55800"/>
            <a:ext cx="851040" cy="850320"/>
            <a:chOff x="8726400" y="55800"/>
            <a:chExt cx="851040" cy="850320"/>
          </a:xfrm>
        </p:grpSpPr>
        <p:sp>
          <p:nvSpPr>
            <p:cNvPr id="175" name="Freeform: Shape 3"/>
            <p:cNvSpPr/>
            <p:nvPr/>
          </p:nvSpPr>
          <p:spPr>
            <a:xfrm rot="2697000">
              <a:off x="9019440" y="224640"/>
              <a:ext cx="291240" cy="485640"/>
            </a:xfrm>
            <a:custGeom>
              <a:avLst/>
              <a:gdLst>
                <a:gd name="textAreaLeft" fmla="*/ 0 w 291240"/>
                <a:gd name="textAreaRight" fmla="*/ 291600 w 291240"/>
                <a:gd name="textAreaTop" fmla="*/ 0 h 485640"/>
                <a:gd name="textAreaBottom" fmla="*/ 486000 h 4856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11" h="1351">
                  <a:moveTo>
                    <a:pt x="1" y="0"/>
                  </a:moveTo>
                  <a:lnTo>
                    <a:pt x="0" y="1350"/>
                  </a:lnTo>
                  <a:lnTo>
                    <a:pt x="810" y="1351"/>
                  </a:lnTo>
                  <a:lnTo>
                    <a:pt x="811" y="1"/>
                  </a:lnTo>
                  <a:lnTo>
                    <a:pt x="676" y="1"/>
                  </a:lnTo>
                  <a:lnTo>
                    <a:pt x="675" y="1216"/>
                  </a:lnTo>
                  <a:lnTo>
                    <a:pt x="540" y="1215"/>
                  </a:lnTo>
                  <a:lnTo>
                    <a:pt x="541" y="0"/>
                  </a:lnTo>
                  <a:lnTo>
                    <a:pt x="271" y="0"/>
                  </a:lnTo>
                  <a:lnTo>
                    <a:pt x="270" y="1215"/>
                  </a:lnTo>
                  <a:lnTo>
                    <a:pt x="135" y="1215"/>
                  </a:lnTo>
                  <a:lnTo>
                    <a:pt x="136" y="0"/>
                  </a:lnTo>
                  <a:close/>
                </a:path>
              </a:pathLst>
            </a:custGeom>
            <a:solidFill>
              <a:srgbClr val="f3980f"/>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176" name="Freeform: Shape 4"/>
            <p:cNvSpPr/>
            <p:nvPr/>
          </p:nvSpPr>
          <p:spPr>
            <a:xfrm rot="2703000">
              <a:off x="9277200" y="137160"/>
              <a:ext cx="291240" cy="145440"/>
            </a:xfrm>
            <a:custGeom>
              <a:avLst/>
              <a:gdLst>
                <a:gd name="textAreaLeft" fmla="*/ 0 w 291240"/>
                <a:gd name="textAreaRight" fmla="*/ 291600 w 291240"/>
                <a:gd name="textAreaTop" fmla="*/ 0 h 145440"/>
                <a:gd name="textAreaBottom" fmla="*/ 145800 h 1454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11" h="406">
                  <a:moveTo>
                    <a:pt x="0" y="406"/>
                  </a:moveTo>
                  <a:lnTo>
                    <a:pt x="0" y="113"/>
                  </a:lnTo>
                  <a:cubicBezTo>
                    <a:pt x="0" y="93"/>
                    <a:pt x="5" y="74"/>
                    <a:pt x="15" y="57"/>
                  </a:cubicBezTo>
                  <a:cubicBezTo>
                    <a:pt x="25" y="40"/>
                    <a:pt x="39" y="26"/>
                    <a:pt x="56" y="16"/>
                  </a:cubicBezTo>
                  <a:cubicBezTo>
                    <a:pt x="73" y="6"/>
                    <a:pt x="93" y="1"/>
                    <a:pt x="112" y="1"/>
                  </a:cubicBezTo>
                  <a:lnTo>
                    <a:pt x="698" y="0"/>
                  </a:lnTo>
                  <a:cubicBezTo>
                    <a:pt x="718" y="0"/>
                    <a:pt x="737" y="5"/>
                    <a:pt x="754" y="15"/>
                  </a:cubicBezTo>
                  <a:cubicBezTo>
                    <a:pt x="771" y="25"/>
                    <a:pt x="785" y="39"/>
                    <a:pt x="795" y="56"/>
                  </a:cubicBezTo>
                  <a:cubicBezTo>
                    <a:pt x="805" y="73"/>
                    <a:pt x="810" y="93"/>
                    <a:pt x="810" y="112"/>
                  </a:cubicBezTo>
                  <a:lnTo>
                    <a:pt x="811" y="405"/>
                  </a:lnTo>
                  <a:close/>
                </a:path>
              </a:pathLst>
            </a:custGeom>
            <a:solidFill>
              <a:srgbClr val="78171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177" name="Group 5"/>
            <p:cNvGrpSpPr/>
            <p:nvPr/>
          </p:nvGrpSpPr>
          <p:grpSpPr>
            <a:xfrm>
              <a:off x="8726400" y="571320"/>
              <a:ext cx="335160" cy="334800"/>
              <a:chOff x="8726400" y="571320"/>
              <a:chExt cx="335160" cy="334800"/>
            </a:xfrm>
          </p:grpSpPr>
          <p:sp>
            <p:nvSpPr>
              <p:cNvPr id="178" name="Freeform: Shape 6"/>
              <p:cNvSpPr/>
              <p:nvPr/>
            </p:nvSpPr>
            <p:spPr>
              <a:xfrm rot="2697000">
                <a:off x="8748720" y="646920"/>
                <a:ext cx="290520" cy="183240"/>
              </a:xfrm>
              <a:custGeom>
                <a:avLst/>
                <a:gdLst>
                  <a:gd name="textAreaLeft" fmla="*/ 0 w 290520"/>
                  <a:gd name="textAreaRight" fmla="*/ 290880 w 290520"/>
                  <a:gd name="textAreaTop" fmla="*/ 0 h 183240"/>
                  <a:gd name="textAreaBottom" fmla="*/ 183600 h 1832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09" h="511">
                    <a:moveTo>
                      <a:pt x="809" y="1"/>
                    </a:moveTo>
                    <a:lnTo>
                      <a:pt x="406" y="511"/>
                    </a:lnTo>
                    <a:lnTo>
                      <a:pt x="0" y="0"/>
                    </a:lnTo>
                    <a:close/>
                  </a:path>
                </a:pathLst>
              </a:custGeom>
              <a:solidFill>
                <a:srgbClr val="f5b09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179" name="Freeform: Shape 7"/>
              <p:cNvSpPr/>
              <p:nvPr/>
            </p:nvSpPr>
            <p:spPr>
              <a:xfrm rot="2700000">
                <a:off x="8788320" y="726120"/>
                <a:ext cx="145080" cy="90720"/>
              </a:xfrm>
              <a:custGeom>
                <a:avLst/>
                <a:gdLst>
                  <a:gd name="textAreaLeft" fmla="*/ 0 w 145080"/>
                  <a:gd name="textAreaRight" fmla="*/ 145440 w 145080"/>
                  <a:gd name="textAreaTop" fmla="*/ 0 h 90720"/>
                  <a:gd name="textAreaBottom" fmla="*/ 91080 h 9072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05" h="254">
                    <a:moveTo>
                      <a:pt x="405" y="0"/>
                    </a:moveTo>
                    <a:lnTo>
                      <a:pt x="202" y="254"/>
                    </a:lnTo>
                    <a:lnTo>
                      <a:pt x="0" y="0"/>
                    </a:lnTo>
                    <a:close/>
                  </a:path>
                </a:pathLst>
              </a:custGeom>
              <a:solidFill>
                <a:srgbClr val="00000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grpSp>
      <p:sp>
        <p:nvSpPr>
          <p:cNvPr id="180" name="PlaceHolder 1"/>
          <p:cNvSpPr>
            <a:spLocks noGrp="1"/>
          </p:cNvSpPr>
          <p:nvPr>
            <p:ph type="title"/>
          </p:nvPr>
        </p:nvSpPr>
        <p:spPr>
          <a:xfrm>
            <a:off x="693720" y="301680"/>
            <a:ext cx="8694360" cy="1096560"/>
          </a:xfrm>
          <a:prstGeom prst="rect">
            <a:avLst/>
          </a:prstGeom>
          <a:noFill/>
          <a:ln w="0">
            <a:noFill/>
          </a:ln>
        </p:spPr>
        <p:txBody>
          <a:bodyPr lIns="0" rIns="0" tIns="0" bIns="0" anchor="ctr">
            <a:noAutofit/>
          </a:bodyPr>
          <a:p>
            <a:pPr indent="0" algn="ctr">
              <a:lnSpc>
                <a:spcPct val="100000"/>
              </a:lnSpc>
              <a:buNone/>
            </a:pPr>
            <a:r>
              <a:rPr b="0" lang="en-US" sz="3200" strike="noStrike" u="none">
                <a:solidFill>
                  <a:srgbClr val="ff8000"/>
                </a:solidFill>
                <a:effectLst/>
                <a:uFillTx/>
                <a:latin typeface="Calibri"/>
              </a:rPr>
              <a:t>Click to edit Master title style</a:t>
            </a:r>
            <a:endParaRPr b="0" lang="en-US" sz="3200" strike="noStrike" u="none">
              <a:solidFill>
                <a:schemeClr val="dk1"/>
              </a:solidFill>
              <a:effectLst/>
              <a:uFillTx/>
              <a:latin typeface="Calibri"/>
            </a:endParaRPr>
          </a:p>
        </p:txBody>
      </p:sp>
      <p:sp>
        <p:nvSpPr>
          <p:cNvPr id="181" name="PlaceHolder 2"/>
          <p:cNvSpPr>
            <a:spLocks noGrp="1"/>
          </p:cNvSpPr>
          <p:nvPr>
            <p:ph type="body"/>
          </p:nvPr>
        </p:nvSpPr>
        <p:spPr>
          <a:xfrm>
            <a:off x="693720" y="1390680"/>
            <a:ext cx="4265280" cy="680760"/>
          </a:xfrm>
          <a:prstGeom prst="rect">
            <a:avLst/>
          </a:prstGeom>
          <a:noFill/>
          <a:ln w="0">
            <a:noFill/>
          </a:ln>
        </p:spPr>
        <p:txBody>
          <a:bodyPr lIns="0" rIns="0" tIns="0" bIns="0" anchor="b">
            <a:noAutofit/>
          </a:bodyPr>
          <a:p>
            <a:pPr indent="0">
              <a:lnSpc>
                <a:spcPct val="100000"/>
              </a:lnSpc>
              <a:spcBef>
                <a:spcPts val="1057"/>
              </a:spcBef>
              <a:buNone/>
              <a:tabLst>
                <a:tab algn="l" pos="0"/>
              </a:tabLst>
            </a:pPr>
            <a:r>
              <a:rPr b="1" lang="en-US" sz="2400" strike="noStrike" u="none">
                <a:solidFill>
                  <a:srgbClr val="000000"/>
                </a:solidFill>
                <a:effectLst/>
                <a:uFillTx/>
                <a:latin typeface="Calibri"/>
              </a:rPr>
              <a:t>Click to edit Master text styles</a:t>
            </a:r>
            <a:endParaRPr b="0" lang="en-US" sz="2400" strike="noStrike" u="none">
              <a:solidFill>
                <a:schemeClr val="dk1"/>
              </a:solidFill>
              <a:effectLst/>
              <a:uFillTx/>
              <a:latin typeface="Calibri"/>
            </a:endParaRPr>
          </a:p>
        </p:txBody>
      </p:sp>
      <p:sp>
        <p:nvSpPr>
          <p:cNvPr id="182" name="PlaceHolder 3"/>
          <p:cNvSpPr>
            <a:spLocks noGrp="1"/>
          </p:cNvSpPr>
          <p:nvPr>
            <p:ph type="body"/>
          </p:nvPr>
        </p:nvSpPr>
        <p:spPr>
          <a:xfrm>
            <a:off x="693720" y="2071800"/>
            <a:ext cx="4265280" cy="3045960"/>
          </a:xfrm>
          <a:prstGeom prst="rect">
            <a:avLst/>
          </a:prstGeom>
          <a:noFill/>
          <a:ln w="0">
            <a:noFill/>
          </a:ln>
        </p:spPr>
        <p:txBody>
          <a:bodyPr lIns="0" rIns="0" tIns="0" bIns="0" anchor="t">
            <a:noAutofit/>
          </a:bodyPr>
          <a:p>
            <a:pPr indent="0">
              <a:lnSpc>
                <a:spcPct val="100000"/>
              </a:lnSpc>
              <a:spcBef>
                <a:spcPts val="1057"/>
              </a:spcBef>
              <a:buNone/>
              <a:tabLst>
                <a:tab algn="l" pos="0"/>
              </a:tabLst>
            </a:pPr>
            <a:r>
              <a:rPr b="0" lang="en-US" sz="2400" strike="noStrike" u="none">
                <a:solidFill>
                  <a:srgbClr val="000000"/>
                </a:solidFill>
                <a:effectLst/>
                <a:uFillTx/>
                <a:latin typeface="Calibri"/>
              </a:rPr>
              <a:t>Click to edit Master text styles</a:t>
            </a:r>
            <a:endParaRPr b="0" lang="en-US" sz="2400" strike="noStrike" u="none">
              <a:solidFill>
                <a:schemeClr val="dk1"/>
              </a:solidFill>
              <a:effectLst/>
              <a:uFillTx/>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183" name="PlaceHolder 4"/>
          <p:cNvSpPr>
            <a:spLocks noGrp="1"/>
          </p:cNvSpPr>
          <p:nvPr>
            <p:ph type="body"/>
          </p:nvPr>
        </p:nvSpPr>
        <p:spPr>
          <a:xfrm>
            <a:off x="5103720" y="1390680"/>
            <a:ext cx="4284360" cy="680760"/>
          </a:xfrm>
          <a:prstGeom prst="rect">
            <a:avLst/>
          </a:prstGeom>
          <a:noFill/>
          <a:ln w="0">
            <a:noFill/>
          </a:ln>
        </p:spPr>
        <p:txBody>
          <a:bodyPr lIns="0" rIns="0" tIns="0" bIns="0" anchor="b">
            <a:noAutofit/>
          </a:bodyPr>
          <a:p>
            <a:pPr indent="0">
              <a:lnSpc>
                <a:spcPct val="100000"/>
              </a:lnSpc>
              <a:spcBef>
                <a:spcPts val="1057"/>
              </a:spcBef>
              <a:buNone/>
              <a:tabLst>
                <a:tab algn="l" pos="0"/>
              </a:tabLst>
            </a:pPr>
            <a:r>
              <a:rPr b="1" lang="en-US" sz="2400" strike="noStrike" u="none">
                <a:solidFill>
                  <a:srgbClr val="000000"/>
                </a:solidFill>
                <a:effectLst/>
                <a:uFillTx/>
                <a:latin typeface="Calibri"/>
              </a:rPr>
              <a:t>Click to edit Master text styles</a:t>
            </a:r>
            <a:endParaRPr b="0" lang="en-US" sz="2400" strike="noStrike" u="none">
              <a:solidFill>
                <a:schemeClr val="dk1"/>
              </a:solidFill>
              <a:effectLst/>
              <a:uFillTx/>
              <a:latin typeface="Calibri"/>
            </a:endParaRPr>
          </a:p>
        </p:txBody>
      </p:sp>
      <p:sp>
        <p:nvSpPr>
          <p:cNvPr id="184" name="PlaceHolder 5"/>
          <p:cNvSpPr>
            <a:spLocks noGrp="1"/>
          </p:cNvSpPr>
          <p:nvPr>
            <p:ph type="body"/>
          </p:nvPr>
        </p:nvSpPr>
        <p:spPr>
          <a:xfrm>
            <a:off x="5103720" y="2071800"/>
            <a:ext cx="4284360" cy="3045960"/>
          </a:xfrm>
          <a:prstGeom prst="rect">
            <a:avLst/>
          </a:prstGeom>
          <a:noFill/>
          <a:ln w="0">
            <a:noFill/>
          </a:ln>
        </p:spPr>
        <p:txBody>
          <a:bodyPr lIns="0" rIns="0" tIns="0" bIns="0" anchor="t">
            <a:noAutofit/>
          </a:bodyPr>
          <a:p>
            <a:pPr indent="0">
              <a:lnSpc>
                <a:spcPct val="100000"/>
              </a:lnSpc>
              <a:spcBef>
                <a:spcPts val="1057"/>
              </a:spcBef>
              <a:buNone/>
              <a:tabLst>
                <a:tab algn="l" pos="0"/>
              </a:tabLst>
            </a:pPr>
            <a:r>
              <a:rPr b="0" lang="en-US" sz="2400" strike="noStrike" u="none">
                <a:solidFill>
                  <a:srgbClr val="000000"/>
                </a:solidFill>
                <a:effectLst/>
                <a:uFillTx/>
                <a:latin typeface="Calibri"/>
              </a:rPr>
              <a:t>Click to edit Master text styles</a:t>
            </a:r>
            <a:endParaRPr b="0" lang="en-US" sz="2400" strike="noStrike" u="none">
              <a:solidFill>
                <a:schemeClr val="dk1"/>
              </a:solidFill>
              <a:effectLst/>
              <a:uFillTx/>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185" name="PlaceHolder 6"/>
          <p:cNvSpPr>
            <a:spLocks noGrp="1"/>
          </p:cNvSpPr>
          <p:nvPr>
            <p:ph type="dt" idx="19"/>
          </p:nvPr>
        </p:nvSpPr>
        <p:spPr>
          <a:xfrm>
            <a:off x="540000" y="5400000"/>
            <a:ext cx="2339640" cy="2696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DejaVu Serif"/>
              </a:defRPr>
            </a:lvl1pPr>
          </a:lstStyle>
          <a:p>
            <a:pPr indent="0">
              <a:buNone/>
            </a:pPr>
            <a:r>
              <a:rPr b="0" lang="en-US" sz="1400" strike="noStrike" u="none">
                <a:solidFill>
                  <a:srgbClr val="000000"/>
                </a:solidFill>
                <a:effectLst/>
                <a:uFillTx/>
                <a:latin typeface="DejaVu Serif"/>
              </a:rPr>
              <a:t>&lt;date/time&gt;</a:t>
            </a:r>
            <a:endParaRPr b="0" lang="en-US" sz="1400" strike="noStrike" u="none">
              <a:solidFill>
                <a:srgbClr val="000000"/>
              </a:solidFill>
              <a:effectLst/>
              <a:uFillTx/>
              <a:latin typeface="DejaVu Serif"/>
            </a:endParaRPr>
          </a:p>
        </p:txBody>
      </p:sp>
      <p:sp>
        <p:nvSpPr>
          <p:cNvPr id="186" name="PlaceHolder 7"/>
          <p:cNvSpPr>
            <a:spLocks noGrp="1"/>
          </p:cNvSpPr>
          <p:nvPr>
            <p:ph type="ftr" idx="20"/>
          </p:nvPr>
        </p:nvSpPr>
        <p:spPr>
          <a:xfrm>
            <a:off x="3420000" y="5400000"/>
            <a:ext cx="3239640" cy="269640"/>
          </a:xfrm>
          <a:prstGeom prst="rect">
            <a:avLst/>
          </a:prstGeom>
          <a:noFill/>
          <a:ln w="0">
            <a:noFill/>
          </a:ln>
        </p:spPr>
        <p:txBody>
          <a:bodyPr lIns="0" rIns="0" tIns="0" bIns="0" anchor="t">
            <a:noAutofit/>
          </a:bodyPr>
          <a:lstStyle>
            <a:lvl1pPr indent="0" algn="ctr">
              <a:buNone/>
              <a:defRPr b="0" lang="en-US" sz="1400" strike="noStrike" u="none">
                <a:solidFill>
                  <a:srgbClr val="000000"/>
                </a:solidFill>
                <a:effectLst/>
                <a:uFillTx/>
                <a:latin typeface="DejaVu Serif"/>
              </a:defRPr>
            </a:lvl1pPr>
          </a:lstStyle>
          <a:p>
            <a:pPr indent="0" algn="ctr">
              <a:buNone/>
            </a:pPr>
            <a:r>
              <a:rPr b="0" lang="en-US" sz="1400" strike="noStrike" u="none">
                <a:solidFill>
                  <a:srgbClr val="000000"/>
                </a:solidFill>
                <a:effectLst/>
                <a:uFillTx/>
                <a:latin typeface="DejaVu Serif"/>
              </a:rPr>
              <a:t>&lt;footer&gt;</a:t>
            </a:r>
            <a:endParaRPr b="0" lang="en-US" sz="1400" strike="noStrike" u="none">
              <a:solidFill>
                <a:srgbClr val="000000"/>
              </a:solidFill>
              <a:effectLst/>
              <a:uFillTx/>
              <a:latin typeface="DejaVu Serif"/>
            </a:endParaRPr>
          </a:p>
        </p:txBody>
      </p:sp>
      <p:sp>
        <p:nvSpPr>
          <p:cNvPr id="187" name="PlaceHolder 8"/>
          <p:cNvSpPr>
            <a:spLocks noGrp="1"/>
          </p:cNvSpPr>
          <p:nvPr>
            <p:ph type="sldNum" idx="21"/>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FF4DD9B2-E328-4787-B2FB-41167C2F2150}"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7">
    <p:spTree>
      <p:nvGrpSpPr>
        <p:cNvPr id="1" name=""/>
        <p:cNvGrpSpPr/>
        <p:nvPr/>
      </p:nvGrpSpPr>
      <p:grpSpPr>
        <a:xfrm>
          <a:off x="0" y="0"/>
          <a:ext cx="0" cy="0"/>
          <a:chOff x="0" y="0"/>
          <a:chExt cx="0" cy="0"/>
        </a:xfrm>
      </p:grpSpPr>
      <p:sp>
        <p:nvSpPr>
          <p:cNvPr id="188" name="Freeform: Shape 1"/>
          <p:cNvSpPr/>
          <p:nvPr/>
        </p:nvSpPr>
        <p:spPr>
          <a:xfrm rot="1999800">
            <a:off x="-1789920" y="6885360"/>
            <a:ext cx="7085160" cy="5192280"/>
          </a:xfrm>
          <a:custGeom>
            <a:avLst/>
            <a:gdLst>
              <a:gd name="textAreaLeft" fmla="*/ 0 w 7085160"/>
              <a:gd name="textAreaRight" fmla="*/ 7085520 w 7085160"/>
              <a:gd name="textAreaTop" fmla="*/ 0 h 5192280"/>
              <a:gd name="textAreaBottom" fmla="*/ 5192640 h 519228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683" h="14425">
                <a:moveTo>
                  <a:pt x="0" y="0"/>
                </a:moveTo>
                <a:cubicBezTo>
                  <a:pt x="175" y="233"/>
                  <a:pt x="1566" y="1307"/>
                  <a:pt x="1767" y="1406"/>
                </a:cubicBezTo>
                <a:cubicBezTo>
                  <a:pt x="1969" y="1505"/>
                  <a:pt x="3923" y="2817"/>
                  <a:pt x="4044" y="2964"/>
                </a:cubicBezTo>
                <a:cubicBezTo>
                  <a:pt x="4165" y="3111"/>
                  <a:pt x="6422" y="4621"/>
                  <a:pt x="6526" y="4769"/>
                </a:cubicBezTo>
                <a:cubicBezTo>
                  <a:pt x="6630" y="4916"/>
                  <a:pt x="8863" y="6469"/>
                  <a:pt x="8977" y="6576"/>
                </a:cubicBezTo>
                <a:cubicBezTo>
                  <a:pt x="9091" y="6683"/>
                  <a:pt x="11355" y="8649"/>
                  <a:pt x="11636" y="8919"/>
                </a:cubicBezTo>
                <a:cubicBezTo>
                  <a:pt x="11916" y="9188"/>
                  <a:pt x="13665" y="10290"/>
                  <a:pt x="13905" y="10485"/>
                </a:cubicBezTo>
                <a:cubicBezTo>
                  <a:pt x="14146" y="10680"/>
                  <a:pt x="14942" y="11318"/>
                  <a:pt x="15274" y="11562"/>
                </a:cubicBezTo>
                <a:cubicBezTo>
                  <a:pt x="15606" y="11806"/>
                  <a:pt x="16586" y="12385"/>
                  <a:pt x="17024" y="12812"/>
                </a:cubicBezTo>
                <a:cubicBezTo>
                  <a:pt x="17462" y="13239"/>
                  <a:pt x="17862" y="13523"/>
                  <a:pt x="18318" y="13845"/>
                </a:cubicBezTo>
                <a:cubicBezTo>
                  <a:pt x="18774" y="14168"/>
                  <a:pt x="19228" y="14232"/>
                  <a:pt x="19683" y="14425"/>
                </a:cubicBezTo>
              </a:path>
            </a:pathLst>
          </a:custGeom>
          <a:noFill/>
          <a:ln cap="rnd" w="57600">
            <a:solidFill>
              <a:srgbClr val="956134"/>
            </a:solidFill>
            <a:round/>
          </a:ln>
        </p:spPr>
        <p:style>
          <a:lnRef idx="0"/>
          <a:fillRef idx="0"/>
          <a:effectRef idx="0"/>
          <a:fontRef idx="minor"/>
        </p:style>
        <p:txBody>
          <a:bodyPr wrap="none" lIns="14040" rIns="14040" tIns="14040" bIns="1404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189" name="Group 2"/>
          <p:cNvGrpSpPr/>
          <p:nvPr/>
        </p:nvGrpSpPr>
        <p:grpSpPr>
          <a:xfrm>
            <a:off x="8726400" y="55800"/>
            <a:ext cx="851040" cy="850320"/>
            <a:chOff x="8726400" y="55800"/>
            <a:chExt cx="851040" cy="850320"/>
          </a:xfrm>
        </p:grpSpPr>
        <p:sp>
          <p:nvSpPr>
            <p:cNvPr id="190" name="Freeform: Shape 3"/>
            <p:cNvSpPr/>
            <p:nvPr/>
          </p:nvSpPr>
          <p:spPr>
            <a:xfrm rot="2697000">
              <a:off x="9019440" y="224640"/>
              <a:ext cx="291240" cy="485640"/>
            </a:xfrm>
            <a:custGeom>
              <a:avLst/>
              <a:gdLst>
                <a:gd name="textAreaLeft" fmla="*/ 0 w 291240"/>
                <a:gd name="textAreaRight" fmla="*/ 291600 w 291240"/>
                <a:gd name="textAreaTop" fmla="*/ 0 h 485640"/>
                <a:gd name="textAreaBottom" fmla="*/ 486000 h 4856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11" h="1351">
                  <a:moveTo>
                    <a:pt x="1" y="0"/>
                  </a:moveTo>
                  <a:lnTo>
                    <a:pt x="0" y="1350"/>
                  </a:lnTo>
                  <a:lnTo>
                    <a:pt x="810" y="1351"/>
                  </a:lnTo>
                  <a:lnTo>
                    <a:pt x="811" y="1"/>
                  </a:lnTo>
                  <a:lnTo>
                    <a:pt x="676" y="1"/>
                  </a:lnTo>
                  <a:lnTo>
                    <a:pt x="675" y="1216"/>
                  </a:lnTo>
                  <a:lnTo>
                    <a:pt x="540" y="1215"/>
                  </a:lnTo>
                  <a:lnTo>
                    <a:pt x="541" y="0"/>
                  </a:lnTo>
                  <a:lnTo>
                    <a:pt x="271" y="0"/>
                  </a:lnTo>
                  <a:lnTo>
                    <a:pt x="270" y="1215"/>
                  </a:lnTo>
                  <a:lnTo>
                    <a:pt x="135" y="1215"/>
                  </a:lnTo>
                  <a:lnTo>
                    <a:pt x="136" y="0"/>
                  </a:lnTo>
                  <a:close/>
                </a:path>
              </a:pathLst>
            </a:custGeom>
            <a:solidFill>
              <a:srgbClr val="f3980f"/>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191" name="Freeform: Shape 4"/>
            <p:cNvSpPr/>
            <p:nvPr/>
          </p:nvSpPr>
          <p:spPr>
            <a:xfrm rot="2703000">
              <a:off x="9277200" y="137160"/>
              <a:ext cx="291240" cy="145440"/>
            </a:xfrm>
            <a:custGeom>
              <a:avLst/>
              <a:gdLst>
                <a:gd name="textAreaLeft" fmla="*/ 0 w 291240"/>
                <a:gd name="textAreaRight" fmla="*/ 291600 w 291240"/>
                <a:gd name="textAreaTop" fmla="*/ 0 h 145440"/>
                <a:gd name="textAreaBottom" fmla="*/ 145800 h 1454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11" h="406">
                  <a:moveTo>
                    <a:pt x="0" y="406"/>
                  </a:moveTo>
                  <a:lnTo>
                    <a:pt x="0" y="113"/>
                  </a:lnTo>
                  <a:cubicBezTo>
                    <a:pt x="0" y="93"/>
                    <a:pt x="5" y="74"/>
                    <a:pt x="15" y="57"/>
                  </a:cubicBezTo>
                  <a:cubicBezTo>
                    <a:pt x="25" y="40"/>
                    <a:pt x="39" y="26"/>
                    <a:pt x="56" y="16"/>
                  </a:cubicBezTo>
                  <a:cubicBezTo>
                    <a:pt x="73" y="6"/>
                    <a:pt x="93" y="1"/>
                    <a:pt x="112" y="1"/>
                  </a:cubicBezTo>
                  <a:lnTo>
                    <a:pt x="698" y="0"/>
                  </a:lnTo>
                  <a:cubicBezTo>
                    <a:pt x="718" y="0"/>
                    <a:pt x="737" y="5"/>
                    <a:pt x="754" y="15"/>
                  </a:cubicBezTo>
                  <a:cubicBezTo>
                    <a:pt x="771" y="25"/>
                    <a:pt x="785" y="39"/>
                    <a:pt x="795" y="56"/>
                  </a:cubicBezTo>
                  <a:cubicBezTo>
                    <a:pt x="805" y="73"/>
                    <a:pt x="810" y="93"/>
                    <a:pt x="810" y="112"/>
                  </a:cubicBezTo>
                  <a:lnTo>
                    <a:pt x="811" y="405"/>
                  </a:lnTo>
                  <a:close/>
                </a:path>
              </a:pathLst>
            </a:custGeom>
            <a:solidFill>
              <a:srgbClr val="78171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192" name="Group 5"/>
            <p:cNvGrpSpPr/>
            <p:nvPr/>
          </p:nvGrpSpPr>
          <p:grpSpPr>
            <a:xfrm>
              <a:off x="8726400" y="571320"/>
              <a:ext cx="335160" cy="334800"/>
              <a:chOff x="8726400" y="571320"/>
              <a:chExt cx="335160" cy="334800"/>
            </a:xfrm>
          </p:grpSpPr>
          <p:sp>
            <p:nvSpPr>
              <p:cNvPr id="193" name="Freeform: Shape 6"/>
              <p:cNvSpPr/>
              <p:nvPr/>
            </p:nvSpPr>
            <p:spPr>
              <a:xfrm rot="2697000">
                <a:off x="8748720" y="646920"/>
                <a:ext cx="290520" cy="183240"/>
              </a:xfrm>
              <a:custGeom>
                <a:avLst/>
                <a:gdLst>
                  <a:gd name="textAreaLeft" fmla="*/ 0 w 290520"/>
                  <a:gd name="textAreaRight" fmla="*/ 290880 w 290520"/>
                  <a:gd name="textAreaTop" fmla="*/ 0 h 183240"/>
                  <a:gd name="textAreaBottom" fmla="*/ 183600 h 1832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09" h="511">
                    <a:moveTo>
                      <a:pt x="809" y="1"/>
                    </a:moveTo>
                    <a:lnTo>
                      <a:pt x="406" y="511"/>
                    </a:lnTo>
                    <a:lnTo>
                      <a:pt x="0" y="0"/>
                    </a:lnTo>
                    <a:close/>
                  </a:path>
                </a:pathLst>
              </a:custGeom>
              <a:solidFill>
                <a:srgbClr val="f5b09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194" name="Freeform: Shape 7"/>
              <p:cNvSpPr/>
              <p:nvPr/>
            </p:nvSpPr>
            <p:spPr>
              <a:xfrm rot="2700000">
                <a:off x="8788320" y="726120"/>
                <a:ext cx="145080" cy="90720"/>
              </a:xfrm>
              <a:custGeom>
                <a:avLst/>
                <a:gdLst>
                  <a:gd name="textAreaLeft" fmla="*/ 0 w 145080"/>
                  <a:gd name="textAreaRight" fmla="*/ 145440 w 145080"/>
                  <a:gd name="textAreaTop" fmla="*/ 0 h 90720"/>
                  <a:gd name="textAreaBottom" fmla="*/ 91080 h 9072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05" h="254">
                    <a:moveTo>
                      <a:pt x="405" y="0"/>
                    </a:moveTo>
                    <a:lnTo>
                      <a:pt x="202" y="254"/>
                    </a:lnTo>
                    <a:lnTo>
                      <a:pt x="0" y="0"/>
                    </a:lnTo>
                    <a:close/>
                  </a:path>
                </a:pathLst>
              </a:custGeom>
              <a:solidFill>
                <a:srgbClr val="00000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grpSp>
      <p:sp>
        <p:nvSpPr>
          <p:cNvPr id="195" name="PlaceHolder 1"/>
          <p:cNvSpPr>
            <a:spLocks noGrp="1"/>
          </p:cNvSpPr>
          <p:nvPr>
            <p:ph type="title"/>
          </p:nvPr>
        </p:nvSpPr>
        <p:spPr>
          <a:xfrm>
            <a:off x="540000" y="180000"/>
            <a:ext cx="8279640" cy="629640"/>
          </a:xfrm>
          <a:prstGeom prst="rect">
            <a:avLst/>
          </a:prstGeom>
          <a:noFill/>
          <a:ln w="0">
            <a:noFill/>
          </a:ln>
        </p:spPr>
        <p:txBody>
          <a:bodyPr lIns="0" rIns="0" tIns="0" bIns="0" anchor="ctr">
            <a:noAutofit/>
          </a:bodyPr>
          <a:p>
            <a:pPr indent="0" algn="ctr">
              <a:lnSpc>
                <a:spcPct val="100000"/>
              </a:lnSpc>
              <a:buNone/>
            </a:pPr>
            <a:r>
              <a:rPr b="0" lang="en-US" sz="3200" strike="noStrike" u="none">
                <a:solidFill>
                  <a:srgbClr val="ff8000"/>
                </a:solidFill>
                <a:effectLst/>
                <a:uFillTx/>
                <a:latin typeface="Calibri"/>
              </a:rPr>
              <a:t>Click to edit Master title style</a:t>
            </a:r>
            <a:endParaRPr b="0" lang="en-US" sz="3200" strike="noStrike" u="none">
              <a:solidFill>
                <a:schemeClr val="dk1"/>
              </a:solidFill>
              <a:effectLst/>
              <a:uFillTx/>
              <a:latin typeface="Calibri"/>
            </a:endParaRPr>
          </a:p>
        </p:txBody>
      </p:sp>
      <p:sp>
        <p:nvSpPr>
          <p:cNvPr id="196" name="PlaceHolder 2"/>
          <p:cNvSpPr>
            <a:spLocks noGrp="1"/>
          </p:cNvSpPr>
          <p:nvPr>
            <p:ph type="dt" idx="22"/>
          </p:nvPr>
        </p:nvSpPr>
        <p:spPr>
          <a:xfrm>
            <a:off x="540000" y="5400000"/>
            <a:ext cx="2339640" cy="2696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DejaVu Serif"/>
              </a:defRPr>
            </a:lvl1pPr>
          </a:lstStyle>
          <a:p>
            <a:pPr indent="0">
              <a:buNone/>
            </a:pPr>
            <a:r>
              <a:rPr b="0" lang="en-US" sz="1400" strike="noStrike" u="none">
                <a:solidFill>
                  <a:srgbClr val="000000"/>
                </a:solidFill>
                <a:effectLst/>
                <a:uFillTx/>
                <a:latin typeface="DejaVu Serif"/>
              </a:rPr>
              <a:t>&lt;date/time&gt;</a:t>
            </a:r>
            <a:endParaRPr b="0" lang="en-US" sz="1400" strike="noStrike" u="none">
              <a:solidFill>
                <a:srgbClr val="000000"/>
              </a:solidFill>
              <a:effectLst/>
              <a:uFillTx/>
              <a:latin typeface="DejaVu Serif"/>
            </a:endParaRPr>
          </a:p>
        </p:txBody>
      </p:sp>
      <p:sp>
        <p:nvSpPr>
          <p:cNvPr id="197" name="PlaceHolder 3"/>
          <p:cNvSpPr>
            <a:spLocks noGrp="1"/>
          </p:cNvSpPr>
          <p:nvPr>
            <p:ph type="ftr" idx="23"/>
          </p:nvPr>
        </p:nvSpPr>
        <p:spPr>
          <a:xfrm>
            <a:off x="3420000" y="5400000"/>
            <a:ext cx="3239640" cy="269640"/>
          </a:xfrm>
          <a:prstGeom prst="rect">
            <a:avLst/>
          </a:prstGeom>
          <a:noFill/>
          <a:ln w="0">
            <a:noFill/>
          </a:ln>
        </p:spPr>
        <p:txBody>
          <a:bodyPr lIns="0" rIns="0" tIns="0" bIns="0" anchor="t">
            <a:noAutofit/>
          </a:bodyPr>
          <a:lstStyle>
            <a:lvl1pPr indent="0" algn="ctr">
              <a:buNone/>
              <a:defRPr b="0" lang="en-US" sz="1400" strike="noStrike" u="none">
                <a:solidFill>
                  <a:srgbClr val="000000"/>
                </a:solidFill>
                <a:effectLst/>
                <a:uFillTx/>
                <a:latin typeface="DejaVu Serif"/>
              </a:defRPr>
            </a:lvl1pPr>
          </a:lstStyle>
          <a:p>
            <a:pPr indent="0" algn="ctr">
              <a:buNone/>
            </a:pPr>
            <a:r>
              <a:rPr b="0" lang="en-US" sz="1400" strike="noStrike" u="none">
                <a:solidFill>
                  <a:srgbClr val="000000"/>
                </a:solidFill>
                <a:effectLst/>
                <a:uFillTx/>
                <a:latin typeface="DejaVu Serif"/>
              </a:rPr>
              <a:t>&lt;footer&gt;</a:t>
            </a:r>
            <a:endParaRPr b="0" lang="en-US" sz="1400" strike="noStrike" u="none">
              <a:solidFill>
                <a:srgbClr val="000000"/>
              </a:solidFill>
              <a:effectLst/>
              <a:uFillTx/>
              <a:latin typeface="DejaVu Serif"/>
            </a:endParaRPr>
          </a:p>
        </p:txBody>
      </p:sp>
      <p:sp>
        <p:nvSpPr>
          <p:cNvPr id="198" name="PlaceHolder 4"/>
          <p:cNvSpPr>
            <a:spLocks noGrp="1"/>
          </p:cNvSpPr>
          <p:nvPr>
            <p:ph type="sldNum" idx="24"/>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C74425B8-061F-4BCE-AC9A-7E507C48CE2F}"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8">
    <p:spTree>
      <p:nvGrpSpPr>
        <p:cNvPr id="1" name=""/>
        <p:cNvGrpSpPr/>
        <p:nvPr/>
      </p:nvGrpSpPr>
      <p:grpSpPr>
        <a:xfrm>
          <a:off x="0" y="0"/>
          <a:ext cx="0" cy="0"/>
          <a:chOff x="0" y="0"/>
          <a:chExt cx="0" cy="0"/>
        </a:xfrm>
      </p:grpSpPr>
      <p:sp>
        <p:nvSpPr>
          <p:cNvPr id="199" name="Freeform: Shape 1"/>
          <p:cNvSpPr/>
          <p:nvPr/>
        </p:nvSpPr>
        <p:spPr>
          <a:xfrm rot="1999800">
            <a:off x="-1789920" y="6885360"/>
            <a:ext cx="7085160" cy="5192280"/>
          </a:xfrm>
          <a:custGeom>
            <a:avLst/>
            <a:gdLst>
              <a:gd name="textAreaLeft" fmla="*/ 0 w 7085160"/>
              <a:gd name="textAreaRight" fmla="*/ 7085520 w 7085160"/>
              <a:gd name="textAreaTop" fmla="*/ 0 h 5192280"/>
              <a:gd name="textAreaBottom" fmla="*/ 5192640 h 519228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683" h="14425">
                <a:moveTo>
                  <a:pt x="0" y="0"/>
                </a:moveTo>
                <a:cubicBezTo>
                  <a:pt x="175" y="233"/>
                  <a:pt x="1566" y="1307"/>
                  <a:pt x="1767" y="1406"/>
                </a:cubicBezTo>
                <a:cubicBezTo>
                  <a:pt x="1969" y="1505"/>
                  <a:pt x="3923" y="2817"/>
                  <a:pt x="4044" y="2964"/>
                </a:cubicBezTo>
                <a:cubicBezTo>
                  <a:pt x="4165" y="3111"/>
                  <a:pt x="6422" y="4621"/>
                  <a:pt x="6526" y="4769"/>
                </a:cubicBezTo>
                <a:cubicBezTo>
                  <a:pt x="6630" y="4916"/>
                  <a:pt x="8863" y="6469"/>
                  <a:pt x="8977" y="6576"/>
                </a:cubicBezTo>
                <a:cubicBezTo>
                  <a:pt x="9091" y="6683"/>
                  <a:pt x="11355" y="8649"/>
                  <a:pt x="11636" y="8919"/>
                </a:cubicBezTo>
                <a:cubicBezTo>
                  <a:pt x="11916" y="9188"/>
                  <a:pt x="13665" y="10290"/>
                  <a:pt x="13905" y="10485"/>
                </a:cubicBezTo>
                <a:cubicBezTo>
                  <a:pt x="14146" y="10680"/>
                  <a:pt x="14942" y="11318"/>
                  <a:pt x="15274" y="11562"/>
                </a:cubicBezTo>
                <a:cubicBezTo>
                  <a:pt x="15606" y="11806"/>
                  <a:pt x="16586" y="12385"/>
                  <a:pt x="17024" y="12812"/>
                </a:cubicBezTo>
                <a:cubicBezTo>
                  <a:pt x="17462" y="13239"/>
                  <a:pt x="17862" y="13523"/>
                  <a:pt x="18318" y="13845"/>
                </a:cubicBezTo>
                <a:cubicBezTo>
                  <a:pt x="18774" y="14168"/>
                  <a:pt x="19228" y="14232"/>
                  <a:pt x="19683" y="14425"/>
                </a:cubicBezTo>
              </a:path>
            </a:pathLst>
          </a:custGeom>
          <a:noFill/>
          <a:ln cap="rnd" w="57600">
            <a:solidFill>
              <a:srgbClr val="956134"/>
            </a:solidFill>
            <a:round/>
          </a:ln>
        </p:spPr>
        <p:style>
          <a:lnRef idx="0"/>
          <a:fillRef idx="0"/>
          <a:effectRef idx="0"/>
          <a:fontRef idx="minor"/>
        </p:style>
        <p:txBody>
          <a:bodyPr wrap="none" lIns="14040" rIns="14040" tIns="14040" bIns="1404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200" name="Group 2"/>
          <p:cNvGrpSpPr/>
          <p:nvPr/>
        </p:nvGrpSpPr>
        <p:grpSpPr>
          <a:xfrm>
            <a:off x="8726400" y="55800"/>
            <a:ext cx="851040" cy="850320"/>
            <a:chOff x="8726400" y="55800"/>
            <a:chExt cx="851040" cy="850320"/>
          </a:xfrm>
        </p:grpSpPr>
        <p:sp>
          <p:nvSpPr>
            <p:cNvPr id="201" name="Freeform: Shape 3"/>
            <p:cNvSpPr/>
            <p:nvPr/>
          </p:nvSpPr>
          <p:spPr>
            <a:xfrm rot="2697000">
              <a:off x="9019440" y="224640"/>
              <a:ext cx="291240" cy="485640"/>
            </a:xfrm>
            <a:custGeom>
              <a:avLst/>
              <a:gdLst>
                <a:gd name="textAreaLeft" fmla="*/ 0 w 291240"/>
                <a:gd name="textAreaRight" fmla="*/ 291600 w 291240"/>
                <a:gd name="textAreaTop" fmla="*/ 0 h 485640"/>
                <a:gd name="textAreaBottom" fmla="*/ 486000 h 4856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11" h="1351">
                  <a:moveTo>
                    <a:pt x="1" y="0"/>
                  </a:moveTo>
                  <a:lnTo>
                    <a:pt x="0" y="1350"/>
                  </a:lnTo>
                  <a:lnTo>
                    <a:pt x="810" y="1351"/>
                  </a:lnTo>
                  <a:lnTo>
                    <a:pt x="811" y="1"/>
                  </a:lnTo>
                  <a:lnTo>
                    <a:pt x="676" y="1"/>
                  </a:lnTo>
                  <a:lnTo>
                    <a:pt x="675" y="1216"/>
                  </a:lnTo>
                  <a:lnTo>
                    <a:pt x="540" y="1215"/>
                  </a:lnTo>
                  <a:lnTo>
                    <a:pt x="541" y="0"/>
                  </a:lnTo>
                  <a:lnTo>
                    <a:pt x="271" y="0"/>
                  </a:lnTo>
                  <a:lnTo>
                    <a:pt x="270" y="1215"/>
                  </a:lnTo>
                  <a:lnTo>
                    <a:pt x="135" y="1215"/>
                  </a:lnTo>
                  <a:lnTo>
                    <a:pt x="136" y="0"/>
                  </a:lnTo>
                  <a:close/>
                </a:path>
              </a:pathLst>
            </a:custGeom>
            <a:solidFill>
              <a:srgbClr val="f3980f"/>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202" name="Freeform: Shape 4"/>
            <p:cNvSpPr/>
            <p:nvPr/>
          </p:nvSpPr>
          <p:spPr>
            <a:xfrm rot="2703000">
              <a:off x="9277200" y="137160"/>
              <a:ext cx="291240" cy="145440"/>
            </a:xfrm>
            <a:custGeom>
              <a:avLst/>
              <a:gdLst>
                <a:gd name="textAreaLeft" fmla="*/ 0 w 291240"/>
                <a:gd name="textAreaRight" fmla="*/ 291600 w 291240"/>
                <a:gd name="textAreaTop" fmla="*/ 0 h 145440"/>
                <a:gd name="textAreaBottom" fmla="*/ 145800 h 1454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11" h="406">
                  <a:moveTo>
                    <a:pt x="0" y="406"/>
                  </a:moveTo>
                  <a:lnTo>
                    <a:pt x="0" y="113"/>
                  </a:lnTo>
                  <a:cubicBezTo>
                    <a:pt x="0" y="93"/>
                    <a:pt x="5" y="74"/>
                    <a:pt x="15" y="57"/>
                  </a:cubicBezTo>
                  <a:cubicBezTo>
                    <a:pt x="25" y="40"/>
                    <a:pt x="39" y="26"/>
                    <a:pt x="56" y="16"/>
                  </a:cubicBezTo>
                  <a:cubicBezTo>
                    <a:pt x="73" y="6"/>
                    <a:pt x="93" y="1"/>
                    <a:pt x="112" y="1"/>
                  </a:cubicBezTo>
                  <a:lnTo>
                    <a:pt x="698" y="0"/>
                  </a:lnTo>
                  <a:cubicBezTo>
                    <a:pt x="718" y="0"/>
                    <a:pt x="737" y="5"/>
                    <a:pt x="754" y="15"/>
                  </a:cubicBezTo>
                  <a:cubicBezTo>
                    <a:pt x="771" y="25"/>
                    <a:pt x="785" y="39"/>
                    <a:pt x="795" y="56"/>
                  </a:cubicBezTo>
                  <a:cubicBezTo>
                    <a:pt x="805" y="73"/>
                    <a:pt x="810" y="93"/>
                    <a:pt x="810" y="112"/>
                  </a:cubicBezTo>
                  <a:lnTo>
                    <a:pt x="811" y="405"/>
                  </a:lnTo>
                  <a:close/>
                </a:path>
              </a:pathLst>
            </a:custGeom>
            <a:solidFill>
              <a:srgbClr val="78171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203" name="Group 5"/>
            <p:cNvGrpSpPr/>
            <p:nvPr/>
          </p:nvGrpSpPr>
          <p:grpSpPr>
            <a:xfrm>
              <a:off x="8726400" y="571320"/>
              <a:ext cx="335160" cy="334800"/>
              <a:chOff x="8726400" y="571320"/>
              <a:chExt cx="335160" cy="334800"/>
            </a:xfrm>
          </p:grpSpPr>
          <p:sp>
            <p:nvSpPr>
              <p:cNvPr id="204" name="Freeform: Shape 6"/>
              <p:cNvSpPr/>
              <p:nvPr/>
            </p:nvSpPr>
            <p:spPr>
              <a:xfrm rot="2697000">
                <a:off x="8748720" y="646920"/>
                <a:ext cx="290520" cy="183240"/>
              </a:xfrm>
              <a:custGeom>
                <a:avLst/>
                <a:gdLst>
                  <a:gd name="textAreaLeft" fmla="*/ 0 w 290520"/>
                  <a:gd name="textAreaRight" fmla="*/ 290880 w 290520"/>
                  <a:gd name="textAreaTop" fmla="*/ 0 h 183240"/>
                  <a:gd name="textAreaBottom" fmla="*/ 183600 h 1832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09" h="511">
                    <a:moveTo>
                      <a:pt x="809" y="1"/>
                    </a:moveTo>
                    <a:lnTo>
                      <a:pt x="406" y="511"/>
                    </a:lnTo>
                    <a:lnTo>
                      <a:pt x="0" y="0"/>
                    </a:lnTo>
                    <a:close/>
                  </a:path>
                </a:pathLst>
              </a:custGeom>
              <a:solidFill>
                <a:srgbClr val="f5b09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205" name="Freeform: Shape 7"/>
              <p:cNvSpPr/>
              <p:nvPr/>
            </p:nvSpPr>
            <p:spPr>
              <a:xfrm rot="2700000">
                <a:off x="8788320" y="726120"/>
                <a:ext cx="145080" cy="90720"/>
              </a:xfrm>
              <a:custGeom>
                <a:avLst/>
                <a:gdLst>
                  <a:gd name="textAreaLeft" fmla="*/ 0 w 145080"/>
                  <a:gd name="textAreaRight" fmla="*/ 145440 w 145080"/>
                  <a:gd name="textAreaTop" fmla="*/ 0 h 90720"/>
                  <a:gd name="textAreaBottom" fmla="*/ 91080 h 9072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05" h="254">
                    <a:moveTo>
                      <a:pt x="405" y="0"/>
                    </a:moveTo>
                    <a:lnTo>
                      <a:pt x="202" y="254"/>
                    </a:lnTo>
                    <a:lnTo>
                      <a:pt x="0" y="0"/>
                    </a:lnTo>
                    <a:close/>
                  </a:path>
                </a:pathLst>
              </a:custGeom>
              <a:solidFill>
                <a:srgbClr val="00000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grpSp>
      <p:sp>
        <p:nvSpPr>
          <p:cNvPr id="206" name="PlaceHolder 1"/>
          <p:cNvSpPr>
            <a:spLocks noGrp="1"/>
          </p:cNvSpPr>
          <p:nvPr>
            <p:ph type="dt" idx="25"/>
          </p:nvPr>
        </p:nvSpPr>
        <p:spPr>
          <a:xfrm>
            <a:off x="540000" y="5400000"/>
            <a:ext cx="2339640" cy="2696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DejaVu Serif"/>
              </a:defRPr>
            </a:lvl1pPr>
          </a:lstStyle>
          <a:p>
            <a:pPr indent="0">
              <a:buNone/>
            </a:pPr>
            <a:r>
              <a:rPr b="0" lang="en-US" sz="1400" strike="noStrike" u="none">
                <a:solidFill>
                  <a:srgbClr val="000000"/>
                </a:solidFill>
                <a:effectLst/>
                <a:uFillTx/>
                <a:latin typeface="DejaVu Serif"/>
              </a:rPr>
              <a:t>&lt;date/time&gt;</a:t>
            </a:r>
            <a:endParaRPr b="0" lang="en-US" sz="1400" strike="noStrike" u="none">
              <a:solidFill>
                <a:srgbClr val="000000"/>
              </a:solidFill>
              <a:effectLst/>
              <a:uFillTx/>
              <a:latin typeface="DejaVu Serif"/>
            </a:endParaRPr>
          </a:p>
        </p:txBody>
      </p:sp>
      <p:sp>
        <p:nvSpPr>
          <p:cNvPr id="207" name="PlaceHolder 2"/>
          <p:cNvSpPr>
            <a:spLocks noGrp="1"/>
          </p:cNvSpPr>
          <p:nvPr>
            <p:ph type="ftr" idx="26"/>
          </p:nvPr>
        </p:nvSpPr>
        <p:spPr>
          <a:xfrm>
            <a:off x="3420000" y="5400000"/>
            <a:ext cx="3239640" cy="269640"/>
          </a:xfrm>
          <a:prstGeom prst="rect">
            <a:avLst/>
          </a:prstGeom>
          <a:noFill/>
          <a:ln w="0">
            <a:noFill/>
          </a:ln>
        </p:spPr>
        <p:txBody>
          <a:bodyPr lIns="0" rIns="0" tIns="0" bIns="0" anchor="t">
            <a:noAutofit/>
          </a:bodyPr>
          <a:lstStyle>
            <a:lvl1pPr indent="0" algn="ctr">
              <a:buNone/>
              <a:defRPr b="0" lang="en-US" sz="1400" strike="noStrike" u="none">
                <a:solidFill>
                  <a:srgbClr val="000000"/>
                </a:solidFill>
                <a:effectLst/>
                <a:uFillTx/>
                <a:latin typeface="DejaVu Serif"/>
              </a:defRPr>
            </a:lvl1pPr>
          </a:lstStyle>
          <a:p>
            <a:pPr indent="0" algn="ctr">
              <a:buNone/>
            </a:pPr>
            <a:r>
              <a:rPr b="0" lang="en-US" sz="1400" strike="noStrike" u="none">
                <a:solidFill>
                  <a:srgbClr val="000000"/>
                </a:solidFill>
                <a:effectLst/>
                <a:uFillTx/>
                <a:latin typeface="DejaVu Serif"/>
              </a:rPr>
              <a:t>&lt;footer&gt;</a:t>
            </a:r>
            <a:endParaRPr b="0" lang="en-US" sz="1400" strike="noStrike" u="none">
              <a:solidFill>
                <a:srgbClr val="000000"/>
              </a:solidFill>
              <a:effectLst/>
              <a:uFillTx/>
              <a:latin typeface="DejaVu Serif"/>
            </a:endParaRPr>
          </a:p>
        </p:txBody>
      </p:sp>
      <p:sp>
        <p:nvSpPr>
          <p:cNvPr id="208" name="PlaceHolder 3"/>
          <p:cNvSpPr>
            <a:spLocks noGrp="1"/>
          </p:cNvSpPr>
          <p:nvPr>
            <p:ph type="sldNum" idx="27"/>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8478C40D-7D47-4F97-A326-FA4BE8A30B93}"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209"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Calibri"/>
              </a:rPr>
              <a:t>Click to edit the title text format</a:t>
            </a:r>
            <a:endParaRPr b="0" lang="en-US" sz="1800" strike="noStrike" u="none">
              <a:solidFill>
                <a:schemeClr val="dk1"/>
              </a:solidFill>
              <a:effectLst/>
              <a:uFillTx/>
              <a:latin typeface="Calibri"/>
            </a:endParaRPr>
          </a:p>
        </p:txBody>
      </p:sp>
      <p:sp>
        <p:nvSpPr>
          <p:cNvPr id="210"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2400" strike="noStrike" u="none">
                <a:solidFill>
                  <a:schemeClr val="dk1"/>
                </a:solidFill>
                <a:effectLst/>
                <a:uFillTx/>
                <a:latin typeface="Calibri"/>
              </a:rPr>
              <a:t>Click to edit the outline text format</a:t>
            </a:r>
            <a:endParaRPr b="0" lang="en-US" sz="2400" strike="noStrike" u="none">
              <a:solidFill>
                <a:schemeClr val="dk1"/>
              </a:solidFill>
              <a:effectLst/>
              <a:uFillTx/>
              <a:latin typeface="Calibri"/>
            </a:endParaRPr>
          </a:p>
          <a:p>
            <a:pPr lvl="1" marL="864000" indent="-324000">
              <a:lnSpc>
                <a:spcPct val="90000"/>
              </a:lnSpc>
              <a:spcBef>
                <a:spcPts val="1134"/>
              </a:spcBef>
              <a:buClr>
                <a:srgbClr val="000000"/>
              </a:buClr>
              <a:buSzPct val="75000"/>
              <a:buFont typeface="Symbol" charset="2"/>
              <a:buChar char=""/>
            </a:pPr>
            <a:r>
              <a:rPr b="0" lang="en-US" sz="2000" strike="noStrike" u="none">
                <a:solidFill>
                  <a:schemeClr val="dk1"/>
                </a:solidFill>
                <a:effectLst/>
                <a:uFillTx/>
                <a:latin typeface="Calibri"/>
              </a:rPr>
              <a:t>Second Outline Level</a:t>
            </a:r>
            <a:endParaRPr b="0" lang="en-US" sz="2000" strike="noStrike" u="none">
              <a:solidFill>
                <a:schemeClr val="dk1"/>
              </a:solidFill>
              <a:effectLst/>
              <a:uFillTx/>
              <a:latin typeface="Calibri"/>
            </a:endParaRPr>
          </a:p>
          <a:p>
            <a:pPr lvl="2" marL="1296000" indent="-288000">
              <a:lnSpc>
                <a:spcPct val="90000"/>
              </a:lnSpc>
              <a:spcBef>
                <a:spcPts val="850"/>
              </a:spcBef>
              <a:buClr>
                <a:srgbClr val="000000"/>
              </a:buClr>
              <a:buSzPct val="45000"/>
              <a:buFont typeface="Wingdings" charset="2"/>
              <a:buChar char=""/>
            </a:pPr>
            <a:r>
              <a:rPr b="0" lang="en-US" sz="1800" strike="noStrike" u="none">
                <a:solidFill>
                  <a:schemeClr val="dk1"/>
                </a:solidFill>
                <a:effectLst/>
                <a:uFillTx/>
                <a:latin typeface="Calibri"/>
              </a:rPr>
              <a:t>Third Outline Level</a:t>
            </a:r>
            <a:endParaRPr b="0" lang="en-US" sz="1800" strike="noStrike" u="none">
              <a:solidFill>
                <a:schemeClr val="dk1"/>
              </a:solidFill>
              <a:effectLst/>
              <a:uFillTx/>
              <a:latin typeface="Calibri"/>
            </a:endParaRPr>
          </a:p>
          <a:p>
            <a:pPr lvl="3" marL="1728000" indent="-216000">
              <a:lnSpc>
                <a:spcPct val="90000"/>
              </a:lnSpc>
              <a:spcBef>
                <a:spcPts val="567"/>
              </a:spcBef>
              <a:buClr>
                <a:srgbClr val="000000"/>
              </a:buClr>
              <a:buSzPct val="75000"/>
              <a:buFont typeface="Symbol" charset="2"/>
              <a:buChar char=""/>
            </a:pPr>
            <a:r>
              <a:rPr b="0" lang="en-US" sz="1800" strike="noStrike" u="none">
                <a:solidFill>
                  <a:schemeClr val="dk1"/>
                </a:solidFill>
                <a:effectLst/>
                <a:uFillTx/>
                <a:latin typeface="Calibri"/>
              </a:rPr>
              <a:t>Fourth Outline Level</a:t>
            </a:r>
            <a:endParaRPr b="0" lang="en-US" sz="1800" strike="noStrike" u="none">
              <a:solidFill>
                <a:schemeClr val="dk1"/>
              </a:solidFill>
              <a:effectLst/>
              <a:uFillTx/>
              <a:latin typeface="Calibri"/>
            </a:endParaRPr>
          </a:p>
          <a:p>
            <a:pPr lvl="4" marL="2160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9">
    <p:spTree>
      <p:nvGrpSpPr>
        <p:cNvPr id="1" name=""/>
        <p:cNvGrpSpPr/>
        <p:nvPr/>
      </p:nvGrpSpPr>
      <p:grpSpPr>
        <a:xfrm>
          <a:off x="0" y="0"/>
          <a:ext cx="0" cy="0"/>
          <a:chOff x="0" y="0"/>
          <a:chExt cx="0" cy="0"/>
        </a:xfrm>
      </p:grpSpPr>
      <p:sp>
        <p:nvSpPr>
          <p:cNvPr id="211" name="Freeform: Shape 1"/>
          <p:cNvSpPr/>
          <p:nvPr/>
        </p:nvSpPr>
        <p:spPr>
          <a:xfrm rot="1999800">
            <a:off x="-1789920" y="6885360"/>
            <a:ext cx="7085160" cy="5192280"/>
          </a:xfrm>
          <a:custGeom>
            <a:avLst/>
            <a:gdLst>
              <a:gd name="textAreaLeft" fmla="*/ 0 w 7085160"/>
              <a:gd name="textAreaRight" fmla="*/ 7085520 w 7085160"/>
              <a:gd name="textAreaTop" fmla="*/ 0 h 5192280"/>
              <a:gd name="textAreaBottom" fmla="*/ 5192640 h 519228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683" h="14425">
                <a:moveTo>
                  <a:pt x="0" y="0"/>
                </a:moveTo>
                <a:cubicBezTo>
                  <a:pt x="175" y="233"/>
                  <a:pt x="1566" y="1307"/>
                  <a:pt x="1767" y="1406"/>
                </a:cubicBezTo>
                <a:cubicBezTo>
                  <a:pt x="1969" y="1505"/>
                  <a:pt x="3923" y="2817"/>
                  <a:pt x="4044" y="2964"/>
                </a:cubicBezTo>
                <a:cubicBezTo>
                  <a:pt x="4165" y="3111"/>
                  <a:pt x="6422" y="4621"/>
                  <a:pt x="6526" y="4769"/>
                </a:cubicBezTo>
                <a:cubicBezTo>
                  <a:pt x="6630" y="4916"/>
                  <a:pt x="8863" y="6469"/>
                  <a:pt x="8977" y="6576"/>
                </a:cubicBezTo>
                <a:cubicBezTo>
                  <a:pt x="9091" y="6683"/>
                  <a:pt x="11355" y="8649"/>
                  <a:pt x="11636" y="8919"/>
                </a:cubicBezTo>
                <a:cubicBezTo>
                  <a:pt x="11916" y="9188"/>
                  <a:pt x="13665" y="10290"/>
                  <a:pt x="13905" y="10485"/>
                </a:cubicBezTo>
                <a:cubicBezTo>
                  <a:pt x="14146" y="10680"/>
                  <a:pt x="14942" y="11318"/>
                  <a:pt x="15274" y="11562"/>
                </a:cubicBezTo>
                <a:cubicBezTo>
                  <a:pt x="15606" y="11806"/>
                  <a:pt x="16586" y="12385"/>
                  <a:pt x="17024" y="12812"/>
                </a:cubicBezTo>
                <a:cubicBezTo>
                  <a:pt x="17462" y="13239"/>
                  <a:pt x="17862" y="13523"/>
                  <a:pt x="18318" y="13845"/>
                </a:cubicBezTo>
                <a:cubicBezTo>
                  <a:pt x="18774" y="14168"/>
                  <a:pt x="19228" y="14232"/>
                  <a:pt x="19683" y="14425"/>
                </a:cubicBezTo>
              </a:path>
            </a:pathLst>
          </a:custGeom>
          <a:noFill/>
          <a:ln cap="rnd" w="57600">
            <a:solidFill>
              <a:srgbClr val="956134"/>
            </a:solidFill>
            <a:round/>
          </a:ln>
        </p:spPr>
        <p:style>
          <a:lnRef idx="0"/>
          <a:fillRef idx="0"/>
          <a:effectRef idx="0"/>
          <a:fontRef idx="minor"/>
        </p:style>
        <p:txBody>
          <a:bodyPr wrap="none" lIns="14040" rIns="14040" tIns="14040" bIns="1404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212" name="Group 2"/>
          <p:cNvGrpSpPr/>
          <p:nvPr/>
        </p:nvGrpSpPr>
        <p:grpSpPr>
          <a:xfrm>
            <a:off x="8726400" y="55800"/>
            <a:ext cx="851040" cy="850320"/>
            <a:chOff x="8726400" y="55800"/>
            <a:chExt cx="851040" cy="850320"/>
          </a:xfrm>
        </p:grpSpPr>
        <p:sp>
          <p:nvSpPr>
            <p:cNvPr id="213" name="Freeform: Shape 3"/>
            <p:cNvSpPr/>
            <p:nvPr/>
          </p:nvSpPr>
          <p:spPr>
            <a:xfrm rot="2697000">
              <a:off x="9019440" y="224640"/>
              <a:ext cx="291240" cy="485640"/>
            </a:xfrm>
            <a:custGeom>
              <a:avLst/>
              <a:gdLst>
                <a:gd name="textAreaLeft" fmla="*/ 0 w 291240"/>
                <a:gd name="textAreaRight" fmla="*/ 291600 w 291240"/>
                <a:gd name="textAreaTop" fmla="*/ 0 h 485640"/>
                <a:gd name="textAreaBottom" fmla="*/ 486000 h 4856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11" h="1351">
                  <a:moveTo>
                    <a:pt x="1" y="0"/>
                  </a:moveTo>
                  <a:lnTo>
                    <a:pt x="0" y="1350"/>
                  </a:lnTo>
                  <a:lnTo>
                    <a:pt x="810" y="1351"/>
                  </a:lnTo>
                  <a:lnTo>
                    <a:pt x="811" y="1"/>
                  </a:lnTo>
                  <a:lnTo>
                    <a:pt x="676" y="1"/>
                  </a:lnTo>
                  <a:lnTo>
                    <a:pt x="675" y="1216"/>
                  </a:lnTo>
                  <a:lnTo>
                    <a:pt x="540" y="1215"/>
                  </a:lnTo>
                  <a:lnTo>
                    <a:pt x="541" y="0"/>
                  </a:lnTo>
                  <a:lnTo>
                    <a:pt x="271" y="0"/>
                  </a:lnTo>
                  <a:lnTo>
                    <a:pt x="270" y="1215"/>
                  </a:lnTo>
                  <a:lnTo>
                    <a:pt x="135" y="1215"/>
                  </a:lnTo>
                  <a:lnTo>
                    <a:pt x="136" y="0"/>
                  </a:lnTo>
                  <a:close/>
                </a:path>
              </a:pathLst>
            </a:custGeom>
            <a:solidFill>
              <a:srgbClr val="f3980f"/>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214" name="Freeform: Shape 4"/>
            <p:cNvSpPr/>
            <p:nvPr/>
          </p:nvSpPr>
          <p:spPr>
            <a:xfrm rot="2703000">
              <a:off x="9277200" y="137160"/>
              <a:ext cx="291240" cy="145440"/>
            </a:xfrm>
            <a:custGeom>
              <a:avLst/>
              <a:gdLst>
                <a:gd name="textAreaLeft" fmla="*/ 0 w 291240"/>
                <a:gd name="textAreaRight" fmla="*/ 291600 w 291240"/>
                <a:gd name="textAreaTop" fmla="*/ 0 h 145440"/>
                <a:gd name="textAreaBottom" fmla="*/ 145800 h 1454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11" h="406">
                  <a:moveTo>
                    <a:pt x="0" y="406"/>
                  </a:moveTo>
                  <a:lnTo>
                    <a:pt x="0" y="113"/>
                  </a:lnTo>
                  <a:cubicBezTo>
                    <a:pt x="0" y="93"/>
                    <a:pt x="5" y="74"/>
                    <a:pt x="15" y="57"/>
                  </a:cubicBezTo>
                  <a:cubicBezTo>
                    <a:pt x="25" y="40"/>
                    <a:pt x="39" y="26"/>
                    <a:pt x="56" y="16"/>
                  </a:cubicBezTo>
                  <a:cubicBezTo>
                    <a:pt x="73" y="6"/>
                    <a:pt x="93" y="1"/>
                    <a:pt x="112" y="1"/>
                  </a:cubicBezTo>
                  <a:lnTo>
                    <a:pt x="698" y="0"/>
                  </a:lnTo>
                  <a:cubicBezTo>
                    <a:pt x="718" y="0"/>
                    <a:pt x="737" y="5"/>
                    <a:pt x="754" y="15"/>
                  </a:cubicBezTo>
                  <a:cubicBezTo>
                    <a:pt x="771" y="25"/>
                    <a:pt x="785" y="39"/>
                    <a:pt x="795" y="56"/>
                  </a:cubicBezTo>
                  <a:cubicBezTo>
                    <a:pt x="805" y="73"/>
                    <a:pt x="810" y="93"/>
                    <a:pt x="810" y="112"/>
                  </a:cubicBezTo>
                  <a:lnTo>
                    <a:pt x="811" y="405"/>
                  </a:lnTo>
                  <a:close/>
                </a:path>
              </a:pathLst>
            </a:custGeom>
            <a:solidFill>
              <a:srgbClr val="78171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215" name="Group 5"/>
            <p:cNvGrpSpPr/>
            <p:nvPr/>
          </p:nvGrpSpPr>
          <p:grpSpPr>
            <a:xfrm>
              <a:off x="8726400" y="571320"/>
              <a:ext cx="335160" cy="334800"/>
              <a:chOff x="8726400" y="571320"/>
              <a:chExt cx="335160" cy="334800"/>
            </a:xfrm>
          </p:grpSpPr>
          <p:sp>
            <p:nvSpPr>
              <p:cNvPr id="216" name="Freeform: Shape 6"/>
              <p:cNvSpPr/>
              <p:nvPr/>
            </p:nvSpPr>
            <p:spPr>
              <a:xfrm rot="2697000">
                <a:off x="8748720" y="646920"/>
                <a:ext cx="290520" cy="183240"/>
              </a:xfrm>
              <a:custGeom>
                <a:avLst/>
                <a:gdLst>
                  <a:gd name="textAreaLeft" fmla="*/ 0 w 290520"/>
                  <a:gd name="textAreaRight" fmla="*/ 290880 w 290520"/>
                  <a:gd name="textAreaTop" fmla="*/ 0 h 183240"/>
                  <a:gd name="textAreaBottom" fmla="*/ 183600 h 1832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09" h="511">
                    <a:moveTo>
                      <a:pt x="809" y="1"/>
                    </a:moveTo>
                    <a:lnTo>
                      <a:pt x="406" y="511"/>
                    </a:lnTo>
                    <a:lnTo>
                      <a:pt x="0" y="0"/>
                    </a:lnTo>
                    <a:close/>
                  </a:path>
                </a:pathLst>
              </a:custGeom>
              <a:solidFill>
                <a:srgbClr val="f5b09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217" name="Freeform: Shape 7"/>
              <p:cNvSpPr/>
              <p:nvPr/>
            </p:nvSpPr>
            <p:spPr>
              <a:xfrm rot="2700000">
                <a:off x="8788320" y="726120"/>
                <a:ext cx="145080" cy="90720"/>
              </a:xfrm>
              <a:custGeom>
                <a:avLst/>
                <a:gdLst>
                  <a:gd name="textAreaLeft" fmla="*/ 0 w 145080"/>
                  <a:gd name="textAreaRight" fmla="*/ 145440 w 145080"/>
                  <a:gd name="textAreaTop" fmla="*/ 0 h 90720"/>
                  <a:gd name="textAreaBottom" fmla="*/ 91080 h 9072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05" h="254">
                    <a:moveTo>
                      <a:pt x="405" y="0"/>
                    </a:moveTo>
                    <a:lnTo>
                      <a:pt x="202" y="254"/>
                    </a:lnTo>
                    <a:lnTo>
                      <a:pt x="0" y="0"/>
                    </a:lnTo>
                    <a:close/>
                  </a:path>
                </a:pathLst>
              </a:custGeom>
              <a:solidFill>
                <a:srgbClr val="00000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grpSp>
      <p:sp>
        <p:nvSpPr>
          <p:cNvPr id="218" name="PlaceHolder 1"/>
          <p:cNvSpPr>
            <a:spLocks noGrp="1"/>
          </p:cNvSpPr>
          <p:nvPr>
            <p:ph type="title"/>
          </p:nvPr>
        </p:nvSpPr>
        <p:spPr>
          <a:xfrm>
            <a:off x="693720" y="378000"/>
            <a:ext cx="3250800" cy="1323720"/>
          </a:xfrm>
          <a:prstGeom prst="rect">
            <a:avLst/>
          </a:prstGeom>
          <a:noFill/>
          <a:ln w="0">
            <a:noFill/>
          </a:ln>
        </p:spPr>
        <p:txBody>
          <a:bodyPr lIns="0" rIns="0" tIns="0" bIns="0" anchor="b">
            <a:noAutofit/>
          </a:bodyPr>
          <a:p>
            <a:pPr indent="0" algn="ctr">
              <a:lnSpc>
                <a:spcPct val="100000"/>
              </a:lnSpc>
              <a:buNone/>
            </a:pPr>
            <a:r>
              <a:rPr b="0" lang="en-US" sz="3200" strike="noStrike" u="none">
                <a:solidFill>
                  <a:srgbClr val="ff8000"/>
                </a:solidFill>
                <a:effectLst/>
                <a:uFillTx/>
                <a:latin typeface="Calibri"/>
              </a:rPr>
              <a:t>Click to edit Master title style</a:t>
            </a:r>
            <a:endParaRPr b="0" lang="en-US" sz="3200" strike="noStrike" u="none">
              <a:solidFill>
                <a:schemeClr val="dk1"/>
              </a:solidFill>
              <a:effectLst/>
              <a:uFillTx/>
              <a:latin typeface="Calibri"/>
            </a:endParaRPr>
          </a:p>
        </p:txBody>
      </p:sp>
      <p:sp>
        <p:nvSpPr>
          <p:cNvPr id="219" name="PlaceHolder 2"/>
          <p:cNvSpPr>
            <a:spLocks noGrp="1"/>
          </p:cNvSpPr>
          <p:nvPr>
            <p:ph type="body"/>
          </p:nvPr>
        </p:nvSpPr>
        <p:spPr>
          <a:xfrm>
            <a:off x="4286160" y="816120"/>
            <a:ext cx="5101920" cy="4030200"/>
          </a:xfrm>
          <a:prstGeom prst="rect">
            <a:avLst/>
          </a:prstGeom>
          <a:noFill/>
          <a:ln w="0">
            <a:noFill/>
          </a:ln>
        </p:spPr>
        <p:txBody>
          <a:bodyPr lIns="0" rIns="0" tIns="0" bIns="0" anchor="t">
            <a:noAutofit/>
          </a:bodyPr>
          <a:p>
            <a:pPr indent="0">
              <a:lnSpc>
                <a:spcPct val="100000"/>
              </a:lnSpc>
              <a:spcBef>
                <a:spcPts val="1057"/>
              </a:spcBef>
              <a:buNone/>
              <a:tabLst>
                <a:tab algn="l" pos="0"/>
              </a:tabLst>
            </a:pPr>
            <a:r>
              <a:rPr b="0" lang="en-US" sz="3200" strike="noStrike" u="none">
                <a:solidFill>
                  <a:srgbClr val="000000"/>
                </a:solidFill>
                <a:effectLst/>
                <a:uFillTx/>
                <a:latin typeface="Calibri"/>
              </a:rPr>
              <a:t>Click to edit Master text styles</a:t>
            </a:r>
            <a:endParaRPr b="0" lang="en-US" sz="3200" strike="noStrike" u="none">
              <a:solidFill>
                <a:schemeClr val="dk1"/>
              </a:solidFill>
              <a:effectLst/>
              <a:uFillTx/>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tabLst>
                <a:tab algn="l" pos="0"/>
              </a:tabLst>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220" name="PlaceHolder 3"/>
          <p:cNvSpPr>
            <a:spLocks noGrp="1"/>
          </p:cNvSpPr>
          <p:nvPr>
            <p:ph type="body"/>
          </p:nvPr>
        </p:nvSpPr>
        <p:spPr>
          <a:xfrm>
            <a:off x="693720" y="1701720"/>
            <a:ext cx="3250800" cy="3150720"/>
          </a:xfrm>
          <a:prstGeom prst="rect">
            <a:avLst/>
          </a:prstGeom>
          <a:noFill/>
          <a:ln w="0">
            <a:noFill/>
          </a:ln>
        </p:spPr>
        <p:txBody>
          <a:bodyPr lIns="0" rIns="0" tIns="0" bIns="0" anchor="t">
            <a:noAutofit/>
          </a:bodyPr>
          <a:p>
            <a:pPr indent="0">
              <a:lnSpc>
                <a:spcPct val="100000"/>
              </a:lnSpc>
              <a:spcBef>
                <a:spcPts val="1057"/>
              </a:spcBef>
              <a:buNone/>
              <a:tabLst>
                <a:tab algn="l" pos="0"/>
              </a:tabLst>
            </a:pPr>
            <a:r>
              <a:rPr b="0" lang="en-US" sz="1600" strike="noStrike" u="none">
                <a:solidFill>
                  <a:srgbClr val="000000"/>
                </a:solidFill>
                <a:effectLst/>
                <a:uFillTx/>
                <a:latin typeface="Calibri"/>
              </a:rPr>
              <a:t>Click to edit Master text styles</a:t>
            </a:r>
            <a:endParaRPr b="0" lang="en-US" sz="1600" strike="noStrike" u="none">
              <a:solidFill>
                <a:schemeClr val="dk1"/>
              </a:solidFill>
              <a:effectLst/>
              <a:uFillTx/>
              <a:latin typeface="Calibri"/>
            </a:endParaRPr>
          </a:p>
        </p:txBody>
      </p:sp>
      <p:sp>
        <p:nvSpPr>
          <p:cNvPr id="221" name="PlaceHolder 4"/>
          <p:cNvSpPr>
            <a:spLocks noGrp="1"/>
          </p:cNvSpPr>
          <p:nvPr>
            <p:ph type="dt" idx="28"/>
          </p:nvPr>
        </p:nvSpPr>
        <p:spPr>
          <a:xfrm>
            <a:off x="540000" y="5400000"/>
            <a:ext cx="2339640" cy="2696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DejaVu Serif"/>
              </a:defRPr>
            </a:lvl1pPr>
          </a:lstStyle>
          <a:p>
            <a:pPr indent="0">
              <a:buNone/>
            </a:pPr>
            <a:r>
              <a:rPr b="0" lang="en-US" sz="1400" strike="noStrike" u="none">
                <a:solidFill>
                  <a:srgbClr val="000000"/>
                </a:solidFill>
                <a:effectLst/>
                <a:uFillTx/>
                <a:latin typeface="DejaVu Serif"/>
              </a:rPr>
              <a:t>&lt;date/time&gt;</a:t>
            </a:r>
            <a:endParaRPr b="0" lang="en-US" sz="1400" strike="noStrike" u="none">
              <a:solidFill>
                <a:srgbClr val="000000"/>
              </a:solidFill>
              <a:effectLst/>
              <a:uFillTx/>
              <a:latin typeface="DejaVu Serif"/>
            </a:endParaRPr>
          </a:p>
        </p:txBody>
      </p:sp>
      <p:sp>
        <p:nvSpPr>
          <p:cNvPr id="222" name="PlaceHolder 5"/>
          <p:cNvSpPr>
            <a:spLocks noGrp="1"/>
          </p:cNvSpPr>
          <p:nvPr>
            <p:ph type="ftr" idx="29"/>
          </p:nvPr>
        </p:nvSpPr>
        <p:spPr>
          <a:xfrm>
            <a:off x="3420000" y="5400000"/>
            <a:ext cx="3239640" cy="269640"/>
          </a:xfrm>
          <a:prstGeom prst="rect">
            <a:avLst/>
          </a:prstGeom>
          <a:noFill/>
          <a:ln w="0">
            <a:noFill/>
          </a:ln>
        </p:spPr>
        <p:txBody>
          <a:bodyPr lIns="0" rIns="0" tIns="0" bIns="0" anchor="t">
            <a:noAutofit/>
          </a:bodyPr>
          <a:lstStyle>
            <a:lvl1pPr indent="0" algn="ctr">
              <a:buNone/>
              <a:defRPr b="0" lang="en-US" sz="1400" strike="noStrike" u="none">
                <a:solidFill>
                  <a:srgbClr val="000000"/>
                </a:solidFill>
                <a:effectLst/>
                <a:uFillTx/>
                <a:latin typeface="DejaVu Serif"/>
              </a:defRPr>
            </a:lvl1pPr>
          </a:lstStyle>
          <a:p>
            <a:pPr indent="0" algn="ctr">
              <a:buNone/>
            </a:pPr>
            <a:r>
              <a:rPr b="0" lang="en-US" sz="1400" strike="noStrike" u="none">
                <a:solidFill>
                  <a:srgbClr val="000000"/>
                </a:solidFill>
                <a:effectLst/>
                <a:uFillTx/>
                <a:latin typeface="DejaVu Serif"/>
              </a:rPr>
              <a:t>&lt;footer&gt;</a:t>
            </a:r>
            <a:endParaRPr b="0" lang="en-US" sz="1400" strike="noStrike" u="none">
              <a:solidFill>
                <a:srgbClr val="000000"/>
              </a:solidFill>
              <a:effectLst/>
              <a:uFillTx/>
              <a:latin typeface="DejaVu Serif"/>
            </a:endParaRPr>
          </a:p>
        </p:txBody>
      </p:sp>
      <p:sp>
        <p:nvSpPr>
          <p:cNvPr id="223" name="PlaceHolder 6"/>
          <p:cNvSpPr>
            <a:spLocks noGrp="1"/>
          </p:cNvSpPr>
          <p:nvPr>
            <p:ph type="sldNum" idx="30"/>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BBAAAB48-01AD-43D4-97D6-226886720AAF}"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0">
    <p:spTree>
      <p:nvGrpSpPr>
        <p:cNvPr id="1" name=""/>
        <p:cNvGrpSpPr/>
        <p:nvPr/>
      </p:nvGrpSpPr>
      <p:grpSpPr>
        <a:xfrm>
          <a:off x="0" y="0"/>
          <a:ext cx="0" cy="0"/>
          <a:chOff x="0" y="0"/>
          <a:chExt cx="0" cy="0"/>
        </a:xfrm>
      </p:grpSpPr>
      <p:sp>
        <p:nvSpPr>
          <p:cNvPr id="224" name="Freeform: Shape 1"/>
          <p:cNvSpPr/>
          <p:nvPr/>
        </p:nvSpPr>
        <p:spPr>
          <a:xfrm rot="1999800">
            <a:off x="-1789920" y="6885360"/>
            <a:ext cx="7085160" cy="5192280"/>
          </a:xfrm>
          <a:custGeom>
            <a:avLst/>
            <a:gdLst>
              <a:gd name="textAreaLeft" fmla="*/ 0 w 7085160"/>
              <a:gd name="textAreaRight" fmla="*/ 7085520 w 7085160"/>
              <a:gd name="textAreaTop" fmla="*/ 0 h 5192280"/>
              <a:gd name="textAreaBottom" fmla="*/ 5192640 h 519228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683" h="14425">
                <a:moveTo>
                  <a:pt x="0" y="0"/>
                </a:moveTo>
                <a:cubicBezTo>
                  <a:pt x="175" y="233"/>
                  <a:pt x="1566" y="1307"/>
                  <a:pt x="1767" y="1406"/>
                </a:cubicBezTo>
                <a:cubicBezTo>
                  <a:pt x="1969" y="1505"/>
                  <a:pt x="3923" y="2817"/>
                  <a:pt x="4044" y="2964"/>
                </a:cubicBezTo>
                <a:cubicBezTo>
                  <a:pt x="4165" y="3111"/>
                  <a:pt x="6422" y="4621"/>
                  <a:pt x="6526" y="4769"/>
                </a:cubicBezTo>
                <a:cubicBezTo>
                  <a:pt x="6630" y="4916"/>
                  <a:pt x="8863" y="6469"/>
                  <a:pt x="8977" y="6576"/>
                </a:cubicBezTo>
                <a:cubicBezTo>
                  <a:pt x="9091" y="6683"/>
                  <a:pt x="11355" y="8649"/>
                  <a:pt x="11636" y="8919"/>
                </a:cubicBezTo>
                <a:cubicBezTo>
                  <a:pt x="11916" y="9188"/>
                  <a:pt x="13665" y="10290"/>
                  <a:pt x="13905" y="10485"/>
                </a:cubicBezTo>
                <a:cubicBezTo>
                  <a:pt x="14146" y="10680"/>
                  <a:pt x="14942" y="11318"/>
                  <a:pt x="15274" y="11562"/>
                </a:cubicBezTo>
                <a:cubicBezTo>
                  <a:pt x="15606" y="11806"/>
                  <a:pt x="16586" y="12385"/>
                  <a:pt x="17024" y="12812"/>
                </a:cubicBezTo>
                <a:cubicBezTo>
                  <a:pt x="17462" y="13239"/>
                  <a:pt x="17862" y="13523"/>
                  <a:pt x="18318" y="13845"/>
                </a:cubicBezTo>
                <a:cubicBezTo>
                  <a:pt x="18774" y="14168"/>
                  <a:pt x="19228" y="14232"/>
                  <a:pt x="19683" y="14425"/>
                </a:cubicBezTo>
              </a:path>
            </a:pathLst>
          </a:custGeom>
          <a:noFill/>
          <a:ln cap="rnd" w="57600">
            <a:solidFill>
              <a:srgbClr val="956134"/>
            </a:solidFill>
            <a:round/>
          </a:ln>
        </p:spPr>
        <p:style>
          <a:lnRef idx="0"/>
          <a:fillRef idx="0"/>
          <a:effectRef idx="0"/>
          <a:fontRef idx="minor"/>
        </p:style>
        <p:txBody>
          <a:bodyPr wrap="none" lIns="14040" rIns="14040" tIns="14040" bIns="1404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225" name="Group 2"/>
          <p:cNvGrpSpPr/>
          <p:nvPr/>
        </p:nvGrpSpPr>
        <p:grpSpPr>
          <a:xfrm>
            <a:off x="8726400" y="55800"/>
            <a:ext cx="851040" cy="850320"/>
            <a:chOff x="8726400" y="55800"/>
            <a:chExt cx="851040" cy="850320"/>
          </a:xfrm>
        </p:grpSpPr>
        <p:sp>
          <p:nvSpPr>
            <p:cNvPr id="226" name="Freeform: Shape 3"/>
            <p:cNvSpPr/>
            <p:nvPr/>
          </p:nvSpPr>
          <p:spPr>
            <a:xfrm rot="2697000">
              <a:off x="9019440" y="224640"/>
              <a:ext cx="291240" cy="485640"/>
            </a:xfrm>
            <a:custGeom>
              <a:avLst/>
              <a:gdLst>
                <a:gd name="textAreaLeft" fmla="*/ 0 w 291240"/>
                <a:gd name="textAreaRight" fmla="*/ 291600 w 291240"/>
                <a:gd name="textAreaTop" fmla="*/ 0 h 485640"/>
                <a:gd name="textAreaBottom" fmla="*/ 486000 h 4856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11" h="1351">
                  <a:moveTo>
                    <a:pt x="1" y="0"/>
                  </a:moveTo>
                  <a:lnTo>
                    <a:pt x="0" y="1350"/>
                  </a:lnTo>
                  <a:lnTo>
                    <a:pt x="810" y="1351"/>
                  </a:lnTo>
                  <a:lnTo>
                    <a:pt x="811" y="1"/>
                  </a:lnTo>
                  <a:lnTo>
                    <a:pt x="676" y="1"/>
                  </a:lnTo>
                  <a:lnTo>
                    <a:pt x="675" y="1216"/>
                  </a:lnTo>
                  <a:lnTo>
                    <a:pt x="540" y="1215"/>
                  </a:lnTo>
                  <a:lnTo>
                    <a:pt x="541" y="0"/>
                  </a:lnTo>
                  <a:lnTo>
                    <a:pt x="271" y="0"/>
                  </a:lnTo>
                  <a:lnTo>
                    <a:pt x="270" y="1215"/>
                  </a:lnTo>
                  <a:lnTo>
                    <a:pt x="135" y="1215"/>
                  </a:lnTo>
                  <a:lnTo>
                    <a:pt x="136" y="0"/>
                  </a:lnTo>
                  <a:close/>
                </a:path>
              </a:pathLst>
            </a:custGeom>
            <a:solidFill>
              <a:srgbClr val="f3980f"/>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227" name="Freeform: Shape 4"/>
            <p:cNvSpPr/>
            <p:nvPr/>
          </p:nvSpPr>
          <p:spPr>
            <a:xfrm rot="2703000">
              <a:off x="9277200" y="137160"/>
              <a:ext cx="291240" cy="145440"/>
            </a:xfrm>
            <a:custGeom>
              <a:avLst/>
              <a:gdLst>
                <a:gd name="textAreaLeft" fmla="*/ 0 w 291240"/>
                <a:gd name="textAreaRight" fmla="*/ 291600 w 291240"/>
                <a:gd name="textAreaTop" fmla="*/ 0 h 145440"/>
                <a:gd name="textAreaBottom" fmla="*/ 145800 h 1454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11" h="406">
                  <a:moveTo>
                    <a:pt x="0" y="406"/>
                  </a:moveTo>
                  <a:lnTo>
                    <a:pt x="0" y="113"/>
                  </a:lnTo>
                  <a:cubicBezTo>
                    <a:pt x="0" y="93"/>
                    <a:pt x="5" y="74"/>
                    <a:pt x="15" y="57"/>
                  </a:cubicBezTo>
                  <a:cubicBezTo>
                    <a:pt x="25" y="40"/>
                    <a:pt x="39" y="26"/>
                    <a:pt x="56" y="16"/>
                  </a:cubicBezTo>
                  <a:cubicBezTo>
                    <a:pt x="73" y="6"/>
                    <a:pt x="93" y="1"/>
                    <a:pt x="112" y="1"/>
                  </a:cubicBezTo>
                  <a:lnTo>
                    <a:pt x="698" y="0"/>
                  </a:lnTo>
                  <a:cubicBezTo>
                    <a:pt x="718" y="0"/>
                    <a:pt x="737" y="5"/>
                    <a:pt x="754" y="15"/>
                  </a:cubicBezTo>
                  <a:cubicBezTo>
                    <a:pt x="771" y="25"/>
                    <a:pt x="785" y="39"/>
                    <a:pt x="795" y="56"/>
                  </a:cubicBezTo>
                  <a:cubicBezTo>
                    <a:pt x="805" y="73"/>
                    <a:pt x="810" y="93"/>
                    <a:pt x="810" y="112"/>
                  </a:cubicBezTo>
                  <a:lnTo>
                    <a:pt x="811" y="405"/>
                  </a:lnTo>
                  <a:close/>
                </a:path>
              </a:pathLst>
            </a:custGeom>
            <a:solidFill>
              <a:srgbClr val="78171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nvGrpSpPr>
            <p:cNvPr id="228" name="Group 5"/>
            <p:cNvGrpSpPr/>
            <p:nvPr/>
          </p:nvGrpSpPr>
          <p:grpSpPr>
            <a:xfrm>
              <a:off x="8726400" y="571320"/>
              <a:ext cx="335160" cy="334800"/>
              <a:chOff x="8726400" y="571320"/>
              <a:chExt cx="335160" cy="334800"/>
            </a:xfrm>
          </p:grpSpPr>
          <p:sp>
            <p:nvSpPr>
              <p:cNvPr id="229" name="Freeform: Shape 6"/>
              <p:cNvSpPr/>
              <p:nvPr/>
            </p:nvSpPr>
            <p:spPr>
              <a:xfrm rot="2697000">
                <a:off x="8748720" y="646920"/>
                <a:ext cx="290520" cy="183240"/>
              </a:xfrm>
              <a:custGeom>
                <a:avLst/>
                <a:gdLst>
                  <a:gd name="textAreaLeft" fmla="*/ 0 w 290520"/>
                  <a:gd name="textAreaRight" fmla="*/ 290880 w 290520"/>
                  <a:gd name="textAreaTop" fmla="*/ 0 h 183240"/>
                  <a:gd name="textAreaBottom" fmla="*/ 183600 h 18324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09" h="511">
                    <a:moveTo>
                      <a:pt x="809" y="1"/>
                    </a:moveTo>
                    <a:lnTo>
                      <a:pt x="406" y="511"/>
                    </a:lnTo>
                    <a:lnTo>
                      <a:pt x="0" y="0"/>
                    </a:lnTo>
                    <a:close/>
                  </a:path>
                </a:pathLst>
              </a:custGeom>
              <a:solidFill>
                <a:srgbClr val="f5b09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sp>
            <p:nvSpPr>
              <p:cNvPr id="230" name="Freeform: Shape 7"/>
              <p:cNvSpPr/>
              <p:nvPr/>
            </p:nvSpPr>
            <p:spPr>
              <a:xfrm rot="2700000">
                <a:off x="8788320" y="726120"/>
                <a:ext cx="145080" cy="90720"/>
              </a:xfrm>
              <a:custGeom>
                <a:avLst/>
                <a:gdLst>
                  <a:gd name="textAreaLeft" fmla="*/ 0 w 145080"/>
                  <a:gd name="textAreaRight" fmla="*/ 145440 w 145080"/>
                  <a:gd name="textAreaTop" fmla="*/ 0 h 90720"/>
                  <a:gd name="textAreaBottom" fmla="*/ 91080 h 90720"/>
                  <a:gd name="GluePoint1X" fmla="logwidth/2"/>
                  <a:gd name="GluePoint1Y" fmla="logwidth/2"/>
                  <a:gd name="GluePoint2X" fmla="logwidth/2"/>
                  <a:gd name="GluePoint2Y" fmla="logheight/2"/>
                  <a:gd name="GluePoint3X" fmla="logwidth/2"/>
                  <a:gd name="GluePoint3Y" fmla="logheight"/>
                  <a:gd name="GluePoint4X" fmla="logwidth"/>
                  <a:gd name="GluePoint4Y" fmla="logheight/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05" h="254">
                    <a:moveTo>
                      <a:pt x="405" y="0"/>
                    </a:moveTo>
                    <a:lnTo>
                      <a:pt x="202" y="254"/>
                    </a:lnTo>
                    <a:lnTo>
                      <a:pt x="0" y="0"/>
                    </a:lnTo>
                    <a:close/>
                  </a:path>
                </a:pathLst>
              </a:custGeom>
              <a:solidFill>
                <a:srgbClr val="000000"/>
              </a:solidFill>
              <a:ln w="0">
                <a:noFill/>
              </a:ln>
            </p:spPr>
            <p:style>
              <a:lnRef idx="0"/>
              <a:fillRef idx="0"/>
              <a:effectRef idx="0"/>
              <a:fontRef idx="minor"/>
            </p:style>
            <p:txBody>
              <a:bodyPr wrap="none" lIns="0" rIns="0" tIns="0" bIns="0" anchor="t">
                <a:noAutofit/>
              </a:bodyPr>
              <a:p>
                <a:pPr defTabSz="914400">
                  <a:lnSpc>
                    <a:spcPct val="100000"/>
                  </a:lnSpc>
                </a:pPr>
                <a:endParaRPr b="1" lang="en-US" sz="1400" strike="noStrike" u="none">
                  <a:solidFill>
                    <a:schemeClr val="dk1"/>
                  </a:solidFill>
                  <a:effectLst/>
                  <a:uFillTx/>
                  <a:latin typeface="Arial"/>
                  <a:ea typeface="Noto Sans CJK JP:palt"/>
                </a:endParaRPr>
              </a:p>
            </p:txBody>
          </p:sp>
        </p:grpSp>
      </p:grpSp>
      <p:sp>
        <p:nvSpPr>
          <p:cNvPr id="231" name="PlaceHolder 1"/>
          <p:cNvSpPr>
            <a:spLocks noGrp="1"/>
          </p:cNvSpPr>
          <p:nvPr>
            <p:ph type="title"/>
          </p:nvPr>
        </p:nvSpPr>
        <p:spPr>
          <a:xfrm>
            <a:off x="693720" y="378000"/>
            <a:ext cx="3250800" cy="1323720"/>
          </a:xfrm>
          <a:prstGeom prst="rect">
            <a:avLst/>
          </a:prstGeom>
          <a:noFill/>
          <a:ln w="0">
            <a:noFill/>
          </a:ln>
        </p:spPr>
        <p:txBody>
          <a:bodyPr lIns="0" rIns="0" tIns="0" bIns="0" anchor="b">
            <a:noAutofit/>
          </a:bodyPr>
          <a:p>
            <a:pPr indent="0" algn="ctr">
              <a:lnSpc>
                <a:spcPct val="100000"/>
              </a:lnSpc>
              <a:buNone/>
            </a:pPr>
            <a:r>
              <a:rPr b="0" lang="en-US" sz="3200" strike="noStrike" u="none">
                <a:solidFill>
                  <a:srgbClr val="ff8000"/>
                </a:solidFill>
                <a:effectLst/>
                <a:uFillTx/>
                <a:latin typeface="Calibri"/>
              </a:rPr>
              <a:t>Click to edit Master title style</a:t>
            </a:r>
            <a:endParaRPr b="0" lang="en-US" sz="3200" strike="noStrike" u="none">
              <a:solidFill>
                <a:schemeClr val="dk1"/>
              </a:solidFill>
              <a:effectLst/>
              <a:uFillTx/>
              <a:latin typeface="Calibri"/>
            </a:endParaRPr>
          </a:p>
        </p:txBody>
      </p:sp>
      <p:sp>
        <p:nvSpPr>
          <p:cNvPr id="232" name="PlaceHolder 2"/>
          <p:cNvSpPr>
            <a:spLocks noGrp="1"/>
          </p:cNvSpPr>
          <p:nvPr>
            <p:ph type="body"/>
          </p:nvPr>
        </p:nvSpPr>
        <p:spPr>
          <a:xfrm>
            <a:off x="4286160" y="816120"/>
            <a:ext cx="5101920" cy="403020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lnSpc>
                <a:spcPct val="90000"/>
              </a:lnSpc>
              <a:spcBef>
                <a:spcPts val="1134"/>
              </a:spcBef>
              <a:buClr>
                <a:srgbClr val="000000"/>
              </a:buClr>
              <a:buSzPct val="75000"/>
              <a:buFont typeface="Symbol" charset="2"/>
              <a:buChar char=""/>
            </a:pPr>
            <a:r>
              <a:rPr b="0" lang="en-US" sz="3200" strike="noStrike" u="none">
                <a:solidFill>
                  <a:schemeClr val="dk1"/>
                </a:solidFill>
                <a:effectLst/>
                <a:uFillTx/>
                <a:latin typeface="Calibri"/>
              </a:rPr>
              <a:t>Second Outline Level</a:t>
            </a:r>
            <a:endParaRPr b="0" lang="en-US" sz="3200" strike="noStrike" u="none">
              <a:solidFill>
                <a:schemeClr val="dk1"/>
              </a:solidFill>
              <a:effectLst/>
              <a:uFillTx/>
              <a:latin typeface="Calibri"/>
            </a:endParaRPr>
          </a:p>
          <a:p>
            <a:pPr lvl="2" marL="1296000" indent="-288000">
              <a:lnSpc>
                <a:spcPct val="90000"/>
              </a:lnSpc>
              <a:spcBef>
                <a:spcPts val="850"/>
              </a:spcBef>
              <a:buClr>
                <a:srgbClr val="000000"/>
              </a:buClr>
              <a:buSzPct val="45000"/>
              <a:buFont typeface="Wingdings" charset="2"/>
              <a:buChar char=""/>
            </a:pPr>
            <a:r>
              <a:rPr b="0" lang="en-US" sz="3200" strike="noStrike" u="none">
                <a:solidFill>
                  <a:schemeClr val="dk1"/>
                </a:solidFill>
                <a:effectLst/>
                <a:uFillTx/>
                <a:latin typeface="Calibri"/>
              </a:rPr>
              <a:t>Third Outline Level</a:t>
            </a:r>
            <a:endParaRPr b="0" lang="en-US" sz="3200" strike="noStrike" u="none">
              <a:solidFill>
                <a:schemeClr val="dk1"/>
              </a:solidFill>
              <a:effectLst/>
              <a:uFillTx/>
              <a:latin typeface="Calibri"/>
            </a:endParaRPr>
          </a:p>
          <a:p>
            <a:pPr lvl="3" marL="1728000" indent="-216000">
              <a:lnSpc>
                <a:spcPct val="90000"/>
              </a:lnSpc>
              <a:spcBef>
                <a:spcPts val="567"/>
              </a:spcBef>
              <a:buClr>
                <a:srgbClr val="000000"/>
              </a:buClr>
              <a:buSzPct val="75000"/>
              <a:buFont typeface="Symbol" charset="2"/>
              <a:buChar char=""/>
            </a:pPr>
            <a:r>
              <a:rPr b="0" lang="en-US" sz="3200" strike="noStrike" u="none">
                <a:solidFill>
                  <a:schemeClr val="dk1"/>
                </a:solidFill>
                <a:effectLst/>
                <a:uFillTx/>
                <a:latin typeface="Calibri"/>
              </a:rPr>
              <a:t>Fourth Outline Level</a:t>
            </a:r>
            <a:endParaRPr b="0" lang="en-US" sz="3200" strike="noStrike" u="none">
              <a:solidFill>
                <a:schemeClr val="dk1"/>
              </a:solidFill>
              <a:effectLst/>
              <a:uFillTx/>
              <a:latin typeface="Calibri"/>
            </a:endParaRPr>
          </a:p>
          <a:p>
            <a:pPr lvl="4" marL="2160000" indent="-216000">
              <a:lnSpc>
                <a:spcPct val="90000"/>
              </a:lnSpc>
              <a:spcBef>
                <a:spcPts val="283"/>
              </a:spcBef>
              <a:buClr>
                <a:srgbClr val="000000"/>
              </a:buClr>
              <a:buSzPct val="45000"/>
              <a:buFont typeface="Wingdings" charset="2"/>
              <a:buChar char=""/>
            </a:pPr>
            <a:r>
              <a:rPr b="0" lang="en-US" sz="3200" strike="noStrike" u="none">
                <a:solidFill>
                  <a:schemeClr val="dk1"/>
                </a:solidFill>
                <a:effectLst/>
                <a:uFillTx/>
                <a:latin typeface="Calibri"/>
              </a:rPr>
              <a:t>Fifth Outline Level</a:t>
            </a:r>
            <a:endParaRPr b="0" lang="en-US" sz="3200" strike="noStrike" u="none">
              <a:solidFill>
                <a:schemeClr val="dk1"/>
              </a:solidFill>
              <a:effectLst/>
              <a:uFillTx/>
              <a:latin typeface="Calibri"/>
            </a:endParaRPr>
          </a:p>
          <a:p>
            <a:pPr lvl="5" marL="2592000" indent="-216000">
              <a:lnSpc>
                <a:spcPct val="90000"/>
              </a:lnSpc>
              <a:spcBef>
                <a:spcPts val="283"/>
              </a:spcBef>
              <a:buClr>
                <a:srgbClr val="000000"/>
              </a:buClr>
              <a:buSzPct val="45000"/>
              <a:buFont typeface="Wingdings" charset="2"/>
              <a:buChar char=""/>
            </a:pPr>
            <a:r>
              <a:rPr b="0" lang="en-US" sz="3200" strike="noStrike" u="none">
                <a:solidFill>
                  <a:schemeClr val="dk1"/>
                </a:solidFill>
                <a:effectLst/>
                <a:uFillTx/>
                <a:latin typeface="Calibri"/>
              </a:rPr>
              <a:t>Sixth Outline Level</a:t>
            </a:r>
            <a:endParaRPr b="0" lang="en-US" sz="3200" strike="noStrike" u="none">
              <a:solidFill>
                <a:schemeClr val="dk1"/>
              </a:solidFill>
              <a:effectLst/>
              <a:uFillTx/>
              <a:latin typeface="Calibri"/>
            </a:endParaRPr>
          </a:p>
          <a:p>
            <a:pPr lvl="6" marL="3024000" indent="-216000">
              <a:lnSpc>
                <a:spcPct val="90000"/>
              </a:lnSpc>
              <a:spcBef>
                <a:spcPts val="283"/>
              </a:spcBef>
              <a:buClr>
                <a:srgbClr val="000000"/>
              </a:buClr>
              <a:buSzPct val="45000"/>
              <a:buFont typeface="Wingdings" charset="2"/>
              <a:buChar char=""/>
            </a:pPr>
            <a:r>
              <a:rPr b="0" lang="en-US" sz="3200" strike="noStrike" u="none">
                <a:solidFill>
                  <a:schemeClr val="dk1"/>
                </a:solidFill>
                <a:effectLst/>
                <a:uFillTx/>
                <a:latin typeface="Calibri"/>
              </a:rPr>
              <a:t>Seventh Outline Level</a:t>
            </a:r>
            <a:endParaRPr b="0" lang="en-US" sz="3200" strike="noStrike" u="none">
              <a:solidFill>
                <a:schemeClr val="dk1"/>
              </a:solidFill>
              <a:effectLst/>
              <a:uFillTx/>
              <a:latin typeface="Calibri"/>
            </a:endParaRPr>
          </a:p>
        </p:txBody>
      </p:sp>
      <p:sp>
        <p:nvSpPr>
          <p:cNvPr id="233" name="PlaceHolder 3"/>
          <p:cNvSpPr>
            <a:spLocks noGrp="1"/>
          </p:cNvSpPr>
          <p:nvPr>
            <p:ph type="body"/>
          </p:nvPr>
        </p:nvSpPr>
        <p:spPr>
          <a:xfrm>
            <a:off x="693720" y="1701720"/>
            <a:ext cx="3250800" cy="3150720"/>
          </a:xfrm>
          <a:prstGeom prst="rect">
            <a:avLst/>
          </a:prstGeom>
          <a:noFill/>
          <a:ln w="0">
            <a:noFill/>
          </a:ln>
        </p:spPr>
        <p:txBody>
          <a:bodyPr lIns="0" rIns="0" tIns="0" bIns="0" anchor="t">
            <a:noAutofit/>
          </a:bodyPr>
          <a:p>
            <a:pPr indent="0">
              <a:lnSpc>
                <a:spcPct val="100000"/>
              </a:lnSpc>
              <a:spcBef>
                <a:spcPts val="1057"/>
              </a:spcBef>
              <a:buNone/>
              <a:tabLst>
                <a:tab algn="l" pos="0"/>
              </a:tabLst>
            </a:pPr>
            <a:r>
              <a:rPr b="0" lang="en-US" sz="1600" strike="noStrike" u="none">
                <a:solidFill>
                  <a:srgbClr val="000000"/>
                </a:solidFill>
                <a:effectLst/>
                <a:uFillTx/>
                <a:latin typeface="Calibri"/>
              </a:rPr>
              <a:t>Click to edit Master text styles</a:t>
            </a:r>
            <a:endParaRPr b="0" lang="en-US" sz="1600" strike="noStrike" u="none">
              <a:solidFill>
                <a:schemeClr val="dk1"/>
              </a:solidFill>
              <a:effectLst/>
              <a:uFillTx/>
              <a:latin typeface="Calibri"/>
            </a:endParaRPr>
          </a:p>
        </p:txBody>
      </p:sp>
      <p:sp>
        <p:nvSpPr>
          <p:cNvPr id="234" name="PlaceHolder 4"/>
          <p:cNvSpPr>
            <a:spLocks noGrp="1"/>
          </p:cNvSpPr>
          <p:nvPr>
            <p:ph type="dt" idx="31"/>
          </p:nvPr>
        </p:nvSpPr>
        <p:spPr>
          <a:xfrm>
            <a:off x="540000" y="5400000"/>
            <a:ext cx="2339640" cy="26964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DejaVu Serif"/>
              </a:defRPr>
            </a:lvl1pPr>
          </a:lstStyle>
          <a:p>
            <a:pPr indent="0">
              <a:buNone/>
            </a:pPr>
            <a:r>
              <a:rPr b="0" lang="en-US" sz="1400" strike="noStrike" u="none">
                <a:solidFill>
                  <a:srgbClr val="000000"/>
                </a:solidFill>
                <a:effectLst/>
                <a:uFillTx/>
                <a:latin typeface="DejaVu Serif"/>
              </a:rPr>
              <a:t>&lt;date/time&gt;</a:t>
            </a:r>
            <a:endParaRPr b="0" lang="en-US" sz="1400" strike="noStrike" u="none">
              <a:solidFill>
                <a:srgbClr val="000000"/>
              </a:solidFill>
              <a:effectLst/>
              <a:uFillTx/>
              <a:latin typeface="DejaVu Serif"/>
            </a:endParaRPr>
          </a:p>
        </p:txBody>
      </p:sp>
      <p:sp>
        <p:nvSpPr>
          <p:cNvPr id="235" name="PlaceHolder 5"/>
          <p:cNvSpPr>
            <a:spLocks noGrp="1"/>
          </p:cNvSpPr>
          <p:nvPr>
            <p:ph type="ftr" idx="32"/>
          </p:nvPr>
        </p:nvSpPr>
        <p:spPr>
          <a:xfrm>
            <a:off x="3420000" y="5400000"/>
            <a:ext cx="3239640" cy="269640"/>
          </a:xfrm>
          <a:prstGeom prst="rect">
            <a:avLst/>
          </a:prstGeom>
          <a:noFill/>
          <a:ln w="0">
            <a:noFill/>
          </a:ln>
        </p:spPr>
        <p:txBody>
          <a:bodyPr lIns="0" rIns="0" tIns="0" bIns="0" anchor="t">
            <a:noAutofit/>
          </a:bodyPr>
          <a:lstStyle>
            <a:lvl1pPr indent="0" algn="ctr">
              <a:buNone/>
              <a:defRPr b="0" lang="en-US" sz="1400" strike="noStrike" u="none">
                <a:solidFill>
                  <a:srgbClr val="000000"/>
                </a:solidFill>
                <a:effectLst/>
                <a:uFillTx/>
                <a:latin typeface="DejaVu Serif"/>
              </a:defRPr>
            </a:lvl1pPr>
          </a:lstStyle>
          <a:p>
            <a:pPr indent="0" algn="ctr">
              <a:buNone/>
            </a:pPr>
            <a:r>
              <a:rPr b="0" lang="en-US" sz="1400" strike="noStrike" u="none">
                <a:solidFill>
                  <a:srgbClr val="000000"/>
                </a:solidFill>
                <a:effectLst/>
                <a:uFillTx/>
                <a:latin typeface="DejaVu Serif"/>
              </a:rPr>
              <a:t>&lt;footer&gt;</a:t>
            </a:r>
            <a:endParaRPr b="0" lang="en-US" sz="1400" strike="noStrike" u="none">
              <a:solidFill>
                <a:srgbClr val="000000"/>
              </a:solidFill>
              <a:effectLst/>
              <a:uFillTx/>
              <a:latin typeface="DejaVu Serif"/>
            </a:endParaRPr>
          </a:p>
        </p:txBody>
      </p:sp>
      <p:sp>
        <p:nvSpPr>
          <p:cNvPr id="236" name="PlaceHolder 6"/>
          <p:cNvSpPr>
            <a:spLocks noGrp="1"/>
          </p:cNvSpPr>
          <p:nvPr>
            <p:ph type="sldNum" idx="33"/>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E08E568F-C012-4983-9906-F38F5BA9E075}"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0.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hyperlink" Target="https://www.geeksforgeeks.org/software-engineering/activities-involved-in-software-requirement-analysis/" TargetMode="External"/><Relationship Id="rId2" Type="http://schemas.openxmlformats.org/officeDocument/2006/relationships/slideLayout" Target="../slideLayouts/slideLayout20.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hyperlink" Target="https://www.geeksforgeeks.org/software-testing/test-plan-software-testing/" TargetMode="External"/><Relationship Id="rId2" Type="http://schemas.openxmlformats.org/officeDocument/2006/relationships/slideLayout" Target="../slideLayouts/slideLayout20.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hyperlink" Target="https://www.geeksforgeeks.org/software-testing/test-case/" TargetMode="External"/><Relationship Id="rId2" Type="http://schemas.openxmlformats.org/officeDocument/2006/relationships/slideLayout" Target="../slideLayouts/slideLayout20.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hyperlink" Target="https://www.geeksforgeeks.org/software-testing/test-environment-a-beginners-guide/" TargetMode="External"/><Relationship Id="rId2" Type="http://schemas.openxmlformats.org/officeDocument/2006/relationships/slideLayout" Target="../slideLayouts/slideLayout20.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hyperlink" Target="https://www.geeksforgeeks.org/software-testing/test-execution-for-software-testing/" TargetMode="External"/><Relationship Id="rId2" Type="http://schemas.openxmlformats.org/officeDocument/2006/relationships/slideLayout" Target="../slideLayouts/slideLayout20.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hyperlink" Target="https://www.geeksforgeeks.org/software-testing/test-closure-in-software-testing/" TargetMode="External"/><Relationship Id="rId2" Type="http://schemas.openxmlformats.org/officeDocument/2006/relationships/slideLayout" Target="../slideLayouts/slideLayout20.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0.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hyperlink" Target="http://Www.noquestion.com/" TargetMode="External"/><Relationship Id="rId2" Type="http://schemas.openxmlformats.org/officeDocument/2006/relationships/slideLayout" Target="../slideLayouts/slideLayout20.xml"/><Relationship Id="rId3" Type="http://schemas.openxmlformats.org/officeDocument/2006/relationships/notesSlide" Target="../notesSlides/notesSlide1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sldNum" idx="37"/>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A492C6C3-6F4B-4EAF-B620-1CBE71E8160C}"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244" name="PlaceHolder 2"/>
          <p:cNvSpPr>
            <a:spLocks noGrp="1"/>
          </p:cNvSpPr>
          <p:nvPr>
            <p:ph type="title"/>
          </p:nvPr>
        </p:nvSpPr>
        <p:spPr>
          <a:xfrm>
            <a:off x="685800" y="1488600"/>
            <a:ext cx="8279640" cy="1422360"/>
          </a:xfrm>
          <a:prstGeom prst="rect">
            <a:avLst/>
          </a:prstGeom>
          <a:noFill/>
          <a:ln w="0">
            <a:noFill/>
          </a:ln>
        </p:spPr>
        <p:txBody>
          <a:bodyPr lIns="0" rIns="0" tIns="0" bIns="0" anchor="ctr">
            <a:noAutofit/>
          </a:bodyPr>
          <a:p>
            <a:pPr indent="0" algn="ctr">
              <a:lnSpc>
                <a:spcPct val="100000"/>
              </a:lnSpc>
              <a:buNone/>
            </a:pPr>
            <a:r>
              <a:rPr b="1" i="1" lang="en-US" sz="3200" strike="noStrike" u="none">
                <a:solidFill>
                  <a:srgbClr val="000000"/>
                </a:solidFill>
                <a:effectLst/>
                <a:highlight>
                  <a:srgbClr val="ffffff"/>
                </a:highlight>
                <a:uFillTx/>
                <a:latin typeface="Arial"/>
              </a:rPr>
              <a:t>Software Testing Process,</a:t>
            </a:r>
            <a:br>
              <a:rPr sz="3200"/>
            </a:br>
            <a:r>
              <a:rPr b="1" i="1" lang="en-US" sz="3200" strike="noStrike" u="none">
                <a:solidFill>
                  <a:srgbClr val="000000"/>
                </a:solidFill>
                <a:effectLst/>
                <a:highlight>
                  <a:srgbClr val="ffffff"/>
                </a:highlight>
                <a:uFillTx/>
                <a:latin typeface="Arial"/>
              </a:rPr>
              <a:t> Design of Test cases and it`s importance</a:t>
            </a:r>
            <a:endParaRPr b="0" lang="en-US" sz="3200" strike="noStrike" u="none">
              <a:solidFill>
                <a:srgbClr val="000000"/>
              </a:solidFill>
              <a:effectLst/>
              <a:uFillTx/>
              <a:latin typeface="Calibri"/>
            </a:endParaRPr>
          </a:p>
        </p:txBody>
      </p:sp>
      <p:sp>
        <p:nvSpPr>
          <p:cNvPr id="245" name="TextBox 2"/>
          <p:cNvSpPr/>
          <p:nvPr/>
        </p:nvSpPr>
        <p:spPr>
          <a:xfrm>
            <a:off x="6917400" y="4830120"/>
            <a:ext cx="2742840" cy="685440"/>
          </a:xfrm>
          <a:prstGeom prst="rect">
            <a:avLst/>
          </a:prstGeom>
          <a:noFill/>
          <a:ln w="0">
            <a:noFill/>
          </a:ln>
        </p:spPr>
        <p:style>
          <a:lnRef idx="0"/>
          <a:fillRef idx="0"/>
          <a:effectRef idx="0"/>
          <a:fontRef idx="minor"/>
        </p:style>
        <p:txBody>
          <a:bodyPr wrap="none" lIns="90000" rIns="90000" tIns="45000" bIns="45000" anchor="t" anchorCtr="1">
            <a:spAutoFit/>
          </a:bodyPr>
          <a:p>
            <a:pPr algn="ctr" defTabSz="914400">
              <a:lnSpc>
                <a:spcPct val="100000"/>
              </a:lnSpc>
              <a:tabLst>
                <a:tab algn="l" pos="0"/>
              </a:tabLst>
            </a:pPr>
            <a:r>
              <a:rPr b="1" i="1" lang="en-US" sz="1800" strike="noStrike" u="none">
                <a:solidFill>
                  <a:schemeClr val="dk1"/>
                </a:solidFill>
                <a:effectLst/>
                <a:uFillTx/>
                <a:latin typeface="Arial"/>
                <a:ea typeface="Noto Sans CJK JP:palt"/>
              </a:rPr>
              <a:t>By : Anupam Baral</a:t>
            </a:r>
            <a:endParaRPr b="0" lang="en-US" sz="1800" strike="noStrike" u="none">
              <a:solidFill>
                <a:srgbClr val="000000"/>
              </a:solidFill>
              <a:effectLst/>
              <a:uFillTx/>
              <a:latin typeface="DejaVu Sans"/>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sldNum" idx="38"/>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EDD2B5FB-FB6B-458A-AE7D-1703CEF2BE61}"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247" name="PlaceHolder 2"/>
          <p:cNvSpPr>
            <a:spLocks noGrp="1"/>
          </p:cNvSpPr>
          <p:nvPr>
            <p:ph type="title"/>
          </p:nvPr>
        </p:nvSpPr>
        <p:spPr>
          <a:xfrm>
            <a:off x="540000" y="180000"/>
            <a:ext cx="8279640" cy="629640"/>
          </a:xfrm>
          <a:prstGeom prst="rect">
            <a:avLst/>
          </a:prstGeom>
          <a:noFill/>
          <a:ln w="0">
            <a:noFill/>
          </a:ln>
        </p:spPr>
        <p:txBody>
          <a:bodyPr lIns="0" rIns="0" tIns="0" bIns="0" anchor="ctr">
            <a:noAutofit/>
          </a:bodyPr>
          <a:p>
            <a:pPr indent="0" algn="ctr">
              <a:lnSpc>
                <a:spcPct val="100000"/>
              </a:lnSpc>
              <a:spcBef>
                <a:spcPts val="1191"/>
              </a:spcBef>
              <a:spcAft>
                <a:spcPts val="992"/>
              </a:spcAft>
              <a:buNone/>
            </a:pPr>
            <a:r>
              <a:rPr b="1" i="1" lang="en-US" sz="1600" strike="noStrike" u="none">
                <a:solidFill>
                  <a:srgbClr val="000000"/>
                </a:solidFill>
                <a:effectLst/>
                <a:uFillTx/>
                <a:latin typeface="Arial"/>
              </a:rPr>
              <a:t>Software Testing</a:t>
            </a:r>
            <a:endParaRPr b="0" lang="en-US" sz="1600" strike="noStrike" u="none">
              <a:solidFill>
                <a:schemeClr val="dk1"/>
              </a:solidFill>
              <a:effectLst/>
              <a:uFillTx/>
              <a:latin typeface="Calibri"/>
            </a:endParaRPr>
          </a:p>
        </p:txBody>
      </p:sp>
      <p:sp>
        <p:nvSpPr>
          <p:cNvPr id="248" name="PlaceHolder 3"/>
          <p:cNvSpPr>
            <a:spLocks noGrp="1"/>
          </p:cNvSpPr>
          <p:nvPr>
            <p:ph/>
          </p:nvPr>
        </p:nvSpPr>
        <p:spPr>
          <a:xfrm>
            <a:off x="457200" y="952200"/>
            <a:ext cx="9289440" cy="3848040"/>
          </a:xfrm>
          <a:prstGeom prst="rect">
            <a:avLst/>
          </a:prstGeom>
          <a:noFill/>
          <a:ln w="0">
            <a:noFill/>
          </a:ln>
        </p:spPr>
        <p:txBody>
          <a:bodyPr lIns="0" rIns="0" tIns="0" bIns="0" anchor="ctr">
            <a:noAutofit/>
          </a:bodyPr>
          <a:p>
            <a:pPr indent="0">
              <a:lnSpc>
                <a:spcPct val="100000"/>
              </a:lnSpc>
              <a:spcBef>
                <a:spcPts val="1191"/>
              </a:spcBef>
              <a:spcAft>
                <a:spcPts val="992"/>
              </a:spcAft>
              <a:buNone/>
              <a:tabLst>
                <a:tab algn="l" pos="0"/>
              </a:tabLst>
            </a:pPr>
            <a:r>
              <a:rPr b="0" i="1" lang="en-US" sz="1200" strike="noStrike" u="none">
                <a:solidFill>
                  <a:srgbClr val="000000"/>
                </a:solidFill>
                <a:effectLst/>
                <a:uFillTx/>
                <a:latin typeface="Arial"/>
              </a:rPr>
              <a:t>Software testing is an important process in the Software Development Lifecycle(SDLC). It involves verifying and validating that a Software Application is free of bugs, meets the technical requirements set by its Design and Development, and satisfies user requirements efficiently and effectively.</a:t>
            </a:r>
            <a:endParaRPr b="0" lang="en-US" sz="1200" strike="noStrike" u="none">
              <a:solidFill>
                <a:schemeClr val="dk1"/>
              </a:solidFill>
              <a:effectLst/>
              <a:uFillTx/>
              <a:latin typeface="Calibri"/>
            </a:endParaRPr>
          </a:p>
          <a:p>
            <a:pPr indent="0">
              <a:lnSpc>
                <a:spcPct val="100000"/>
              </a:lnSpc>
              <a:spcBef>
                <a:spcPts val="1191"/>
              </a:spcBef>
              <a:spcAft>
                <a:spcPts val="992"/>
              </a:spcAft>
              <a:buNone/>
              <a:tabLst>
                <a:tab algn="l" pos="0"/>
              </a:tabLst>
            </a:pPr>
            <a:r>
              <a:rPr b="0" i="1" lang="en-US" sz="1200" strike="noStrike" u="none">
                <a:solidFill>
                  <a:srgbClr val="000000"/>
                </a:solidFill>
                <a:effectLst/>
                <a:uFillTx/>
                <a:latin typeface="Arial"/>
              </a:rPr>
              <a:t>Software Testing is a process of verifying and validating whether the Software Product or Application is working as expected or not. The complete testing includes identifying errors and bugs that cause future problems for the performance of an application.</a:t>
            </a:r>
            <a:endParaRPr b="0" lang="en-US" sz="1200" strike="noStrike" u="none">
              <a:solidFill>
                <a:schemeClr val="dk1"/>
              </a:solidFill>
              <a:effectLst/>
              <a:uFillTx/>
              <a:latin typeface="Calibri"/>
            </a:endParaRPr>
          </a:p>
          <a:p>
            <a:pPr indent="0">
              <a:lnSpc>
                <a:spcPct val="100000"/>
              </a:lnSpc>
              <a:spcBef>
                <a:spcPts val="1191"/>
              </a:spcBef>
              <a:spcAft>
                <a:spcPts val="992"/>
              </a:spcAft>
              <a:buNone/>
              <a:tabLst>
                <a:tab algn="l" pos="0"/>
              </a:tabLst>
            </a:pPr>
            <a:r>
              <a:rPr b="0" i="1" lang="en-US" sz="1200" strike="noStrike" u="none">
                <a:solidFill>
                  <a:srgbClr val="000000"/>
                </a:solidFill>
                <a:effectLst/>
                <a:uFillTx/>
                <a:latin typeface="Arial"/>
              </a:rPr>
              <a:t>The main objective is to find defects or errors.</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It checks whether the software meets user requirements.</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Testing ensures quality, reliability, and performance of software.</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It helps in delivering error-free software to the user.</a:t>
            </a:r>
            <a:endParaRPr b="0" lang="en-US" sz="12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sldNum" idx="39"/>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3790F501-A098-4D49-9084-49B5DAEAB30E}"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250" name="PlaceHolder 2"/>
          <p:cNvSpPr>
            <a:spLocks noGrp="1"/>
          </p:cNvSpPr>
          <p:nvPr>
            <p:ph type="title"/>
          </p:nvPr>
        </p:nvSpPr>
        <p:spPr>
          <a:xfrm>
            <a:off x="540000" y="180000"/>
            <a:ext cx="8279640" cy="629640"/>
          </a:xfrm>
          <a:prstGeom prst="rect">
            <a:avLst/>
          </a:prstGeom>
          <a:noFill/>
          <a:ln w="0">
            <a:noFill/>
          </a:ln>
        </p:spPr>
        <p:txBody>
          <a:bodyPr lIns="0" rIns="0" tIns="0" bIns="0" anchor="ctr">
            <a:noAutofit/>
          </a:bodyPr>
          <a:p>
            <a:pPr indent="0" algn="ctr">
              <a:lnSpc>
                <a:spcPct val="100000"/>
              </a:lnSpc>
              <a:spcBef>
                <a:spcPts val="1191"/>
              </a:spcBef>
              <a:spcAft>
                <a:spcPts val="992"/>
              </a:spcAft>
              <a:buNone/>
            </a:pPr>
            <a:r>
              <a:rPr b="1" i="1" lang="en-US" sz="1600" strike="noStrike" u="none">
                <a:solidFill>
                  <a:srgbClr val="000000"/>
                </a:solidFill>
                <a:effectLst/>
                <a:uFillTx/>
                <a:latin typeface="Arial"/>
              </a:rPr>
              <a:t>OBJECTIVES OF SOFTWARE TESTING</a:t>
            </a:r>
            <a:endParaRPr b="0" lang="en-US" sz="1600" strike="noStrike" u="none">
              <a:solidFill>
                <a:schemeClr val="dk1"/>
              </a:solidFill>
              <a:effectLst/>
              <a:uFillTx/>
              <a:latin typeface="Calibri"/>
            </a:endParaRPr>
          </a:p>
        </p:txBody>
      </p:sp>
      <p:sp>
        <p:nvSpPr>
          <p:cNvPr id="251" name="PlaceHolder 3"/>
          <p:cNvSpPr>
            <a:spLocks noGrp="1"/>
          </p:cNvSpPr>
          <p:nvPr>
            <p:ph/>
          </p:nvPr>
        </p:nvSpPr>
        <p:spPr>
          <a:xfrm>
            <a:off x="540000" y="1069200"/>
            <a:ext cx="8832240" cy="395964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endParaRPr b="0" lang="en-US" sz="1200" strike="noStrike" u="none">
              <a:solidFill>
                <a:schemeClr val="dk1"/>
              </a:solidFill>
              <a:effectLst/>
              <a:uFillTx/>
              <a:latin typeface="Calibri"/>
            </a:endParaRPr>
          </a:p>
          <a:p>
            <a:pPr indent="0">
              <a:lnSpc>
                <a:spcPct val="100000"/>
              </a:lnSpc>
              <a:spcBef>
                <a:spcPts val="1191"/>
              </a:spcBef>
              <a:spcAft>
                <a:spcPts val="992"/>
              </a:spcAft>
              <a:buNone/>
              <a:tabLst>
                <a:tab algn="l" pos="0"/>
              </a:tabLst>
            </a:pPr>
            <a:endParaRPr b="0" lang="en-US" sz="1200" strike="noStrike" u="none">
              <a:solidFill>
                <a:schemeClr val="dk1"/>
              </a:solidFill>
              <a:effectLst/>
              <a:uFillTx/>
              <a:latin typeface="Calibri"/>
            </a:endParaRPr>
          </a:p>
          <a:p>
            <a:pPr indent="0">
              <a:lnSpc>
                <a:spcPct val="100000"/>
              </a:lnSpc>
              <a:spcBef>
                <a:spcPts val="1191"/>
              </a:spcBef>
              <a:spcAft>
                <a:spcPts val="992"/>
              </a:spcAft>
              <a:buNone/>
              <a:tabLst>
                <a:tab algn="l" pos="0"/>
              </a:tabLst>
            </a:pPr>
            <a:r>
              <a:rPr b="0" i="1" lang="en-US" sz="1200" strike="noStrike" u="none">
                <a:solidFill>
                  <a:srgbClr val="000000"/>
                </a:solidFill>
                <a:effectLst/>
                <a:uFillTx/>
                <a:latin typeface="Arial"/>
              </a:rPr>
              <a:t>The objective of software testing are :</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To detect errors and defects before delivery.</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To verify and validate software requirements.</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To ensure software works as expected.</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To improve customer satisfaction.</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To reduce cost of future maintenance.</a:t>
            </a:r>
            <a:endParaRPr b="0" lang="en-US" sz="1200" strike="noStrike" u="none">
              <a:solidFill>
                <a:schemeClr val="dk1"/>
              </a:solidFill>
              <a:effectLst/>
              <a:uFillTx/>
              <a:latin typeface="Calibri"/>
            </a:endParaRPr>
          </a:p>
          <a:p>
            <a:pPr indent="0">
              <a:lnSpc>
                <a:spcPct val="100000"/>
              </a:lnSpc>
              <a:spcBef>
                <a:spcPts val="1191"/>
              </a:spcBef>
              <a:spcAft>
                <a:spcPts val="992"/>
              </a:spcAft>
              <a:buNone/>
              <a:tabLst>
                <a:tab algn="l" pos="0"/>
              </a:tabLst>
            </a:pPr>
            <a:endParaRPr b="0" lang="en-US" sz="12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PlaceHolder 1"/>
          <p:cNvSpPr>
            <a:spLocks noGrp="1"/>
          </p:cNvSpPr>
          <p:nvPr>
            <p:ph type="sldNum" idx="40"/>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27737532-E0E7-4AA2-ADC2-21A6F40E7678}"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253" name="PlaceHolder 2"/>
          <p:cNvSpPr>
            <a:spLocks noGrp="1"/>
          </p:cNvSpPr>
          <p:nvPr>
            <p:ph type="title"/>
          </p:nvPr>
        </p:nvSpPr>
        <p:spPr>
          <a:xfrm>
            <a:off x="540000" y="180000"/>
            <a:ext cx="8279640" cy="734040"/>
          </a:xfrm>
          <a:prstGeom prst="rect">
            <a:avLst/>
          </a:prstGeom>
          <a:noFill/>
          <a:ln w="0">
            <a:noFill/>
          </a:ln>
        </p:spPr>
        <p:txBody>
          <a:bodyPr lIns="0" rIns="0" tIns="0" bIns="0" anchor="ctr">
            <a:noAutofit/>
          </a:bodyPr>
          <a:p>
            <a:pPr indent="0" algn="ctr">
              <a:lnSpc>
                <a:spcPct val="100000"/>
              </a:lnSpc>
              <a:spcBef>
                <a:spcPts val="1191"/>
              </a:spcBef>
              <a:spcAft>
                <a:spcPts val="992"/>
              </a:spcAft>
              <a:buNone/>
            </a:pPr>
            <a:r>
              <a:rPr b="1" i="1" lang="en-US" sz="1600" strike="noStrike" u="none">
                <a:solidFill>
                  <a:srgbClr val="000000"/>
                </a:solidFill>
                <a:effectLst/>
                <a:uFillTx/>
                <a:latin typeface="Arial"/>
              </a:rPr>
              <a:t>SOFTWARE TESTING PROCESS</a:t>
            </a:r>
            <a:endParaRPr b="0" lang="en-US" sz="1600" strike="noStrike" u="none">
              <a:solidFill>
                <a:schemeClr val="dk1"/>
              </a:solidFill>
              <a:effectLst/>
              <a:uFillTx/>
              <a:latin typeface="Calibri"/>
            </a:endParaRPr>
          </a:p>
        </p:txBody>
      </p:sp>
      <p:sp>
        <p:nvSpPr>
          <p:cNvPr id="254" name="PlaceHolder 3"/>
          <p:cNvSpPr>
            <a:spLocks noGrp="1"/>
          </p:cNvSpPr>
          <p:nvPr>
            <p:ph/>
          </p:nvPr>
        </p:nvSpPr>
        <p:spPr>
          <a:xfrm>
            <a:off x="540000" y="1069200"/>
            <a:ext cx="4391280" cy="395964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i="1" lang="en-US" sz="1200" strike="noStrike" u="none">
                <a:solidFill>
                  <a:srgbClr val="000000"/>
                </a:solidFill>
                <a:effectLst/>
                <a:uFillTx/>
                <a:latin typeface="Arial"/>
              </a:rPr>
              <a:t>The software testing process, often visualized as the Software Testing Life Cycle (STLC), is a systematic approach to ensuring software quality. The core phases involve analyzing requirements, planning, designing, setting up the environment, executing tests, tracking defects, and reporting .</a:t>
            </a:r>
            <a:endParaRPr b="0" lang="en-US" sz="1200" strike="noStrike" u="none">
              <a:solidFill>
                <a:schemeClr val="dk1"/>
              </a:solidFill>
              <a:effectLst/>
              <a:uFillTx/>
              <a:latin typeface="Calibri"/>
            </a:endParaRPr>
          </a:p>
          <a:p>
            <a:pPr indent="0">
              <a:lnSpc>
                <a:spcPct val="100000"/>
              </a:lnSpc>
              <a:spcBef>
                <a:spcPts val="1191"/>
              </a:spcBef>
              <a:spcAft>
                <a:spcPts val="992"/>
              </a:spcAft>
              <a:buNone/>
              <a:tabLst>
                <a:tab algn="l" pos="0"/>
              </a:tabLst>
            </a:pPr>
            <a:r>
              <a:rPr b="0" i="1" lang="en-US" sz="1200" strike="noStrike" u="none">
                <a:solidFill>
                  <a:srgbClr val="000000"/>
                </a:solidFill>
                <a:effectLst/>
                <a:uFillTx/>
                <a:latin typeface="Arial"/>
              </a:rPr>
              <a:t>The steps are :</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Requirement Analysis</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Test Planning</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Test Case Design</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Test Environment Setup</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Test Execution</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Defect Reporting</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Test Closure</a:t>
            </a:r>
            <a:endParaRPr b="0" lang="en-US" sz="1200" strike="noStrike" u="none">
              <a:solidFill>
                <a:schemeClr val="dk1"/>
              </a:solidFill>
              <a:effectLst/>
              <a:uFillTx/>
              <a:latin typeface="Calibri"/>
            </a:endParaRPr>
          </a:p>
        </p:txBody>
      </p:sp>
      <p:pic>
        <p:nvPicPr>
          <p:cNvPr id="255" name="" descr=""/>
          <p:cNvPicPr/>
          <p:nvPr/>
        </p:nvPicPr>
        <p:blipFill>
          <a:blip r:embed="rId1"/>
          <a:stretch/>
        </p:blipFill>
        <p:spPr>
          <a:xfrm>
            <a:off x="5438160" y="1143000"/>
            <a:ext cx="4391280" cy="3343320"/>
          </a:xfrm>
          <a:prstGeom prst="rect">
            <a:avLst/>
          </a:prstGeom>
          <a:noFill/>
          <a:ln w="0">
            <a:noFill/>
          </a:ln>
        </p:spPr>
      </p:pic>
      <p:sp>
        <p:nvSpPr>
          <p:cNvPr id="256" name="TextBox 4"/>
          <p:cNvSpPr/>
          <p:nvPr/>
        </p:nvSpPr>
        <p:spPr>
          <a:xfrm>
            <a:off x="5943600" y="4486680"/>
            <a:ext cx="3657240" cy="770760"/>
          </a:xfrm>
          <a:prstGeom prst="rect">
            <a:avLst/>
          </a:prstGeom>
          <a:noFill/>
          <a:ln w="0">
            <a:noFill/>
          </a:ln>
        </p:spPr>
        <p:style>
          <a:lnRef idx="0"/>
          <a:fillRef idx="0"/>
          <a:effectRef idx="0"/>
          <a:fontRef idx="minor"/>
        </p:style>
        <p:txBody>
          <a:bodyPr wrap="none" lIns="90000" rIns="90000" tIns="45000" bIns="45000" anchor="ctr" anchorCtr="1">
            <a:spAutoFit/>
          </a:bodyPr>
          <a:p>
            <a:pPr algn="ctr" defTabSz="914400">
              <a:lnSpc>
                <a:spcPct val="100000"/>
              </a:lnSpc>
              <a:spcBef>
                <a:spcPts val="1191"/>
              </a:spcBef>
              <a:spcAft>
                <a:spcPts val="992"/>
              </a:spcAft>
              <a:tabLst>
                <a:tab algn="l" pos="0"/>
              </a:tabLst>
            </a:pPr>
            <a:r>
              <a:rPr b="1" i="1" lang="en-US" sz="1200" strike="noStrike" u="none">
                <a:solidFill>
                  <a:schemeClr val="dk1"/>
                </a:solidFill>
                <a:effectLst/>
                <a:uFillTx/>
                <a:latin typeface="Arial"/>
                <a:ea typeface="Noto Sans CJK JP:palt"/>
              </a:rPr>
              <a:t>Fig : Software Testing Process Diagram (STLC Phases)</a:t>
            </a:r>
            <a:endParaRPr b="0" lang="en-US" sz="1200" strike="noStrike" u="none">
              <a:solidFill>
                <a:srgbClr val="000000"/>
              </a:solidFill>
              <a:effectLst/>
              <a:uFillTx/>
              <a:latin typeface="DejaVu Sans"/>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sldNum" idx="41"/>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3E3A51DB-7C18-4425-8C74-8B0177CAC5DB}"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258" name="TextBox 1"/>
          <p:cNvSpPr/>
          <p:nvPr/>
        </p:nvSpPr>
        <p:spPr>
          <a:xfrm>
            <a:off x="628920" y="1143000"/>
            <a:ext cx="8286480" cy="3657240"/>
          </a:xfrm>
          <a:prstGeom prst="rect">
            <a:avLst/>
          </a:prstGeom>
          <a:noFill/>
          <a:ln w="0">
            <a:noFill/>
          </a:ln>
        </p:spPr>
        <p:style>
          <a:lnRef idx="0"/>
          <a:fillRef idx="0"/>
          <a:effectRef idx="0"/>
          <a:fontRef idx="minor"/>
        </p:style>
        <p:txBody>
          <a:bodyPr wrap="none" lIns="90000" rIns="90000" tIns="45000" bIns="45000" anchor="t">
            <a:noAutofit/>
          </a:bodyPr>
          <a:p>
            <a:pPr defTabSz="914400">
              <a:lnSpc>
                <a:spcPct val="100000"/>
              </a:lnSpc>
              <a:spcBef>
                <a:spcPts val="1191"/>
              </a:spcBef>
              <a:spcAft>
                <a:spcPts val="992"/>
              </a:spcAft>
              <a:tabLst>
                <a:tab algn="l" pos="0"/>
              </a:tabLst>
            </a:pPr>
            <a:r>
              <a:rPr b="1" i="1" lang="en-US" sz="1200" strike="noStrike" u="none">
                <a:solidFill>
                  <a:schemeClr val="dk1"/>
                </a:solidFill>
                <a:effectLst/>
                <a:uFillTx/>
                <a:latin typeface="Arial"/>
                <a:ea typeface="Noto Sans CJK JP:palt"/>
              </a:rPr>
              <a:t>1. Requirement Analysis</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tabLst>
                <a:tab algn="l" pos="0"/>
              </a:tabLst>
            </a:pPr>
            <a:r>
              <a:rPr b="0" i="1" lang="en-US" sz="1200" strike="noStrike" u="none">
                <a:solidFill>
                  <a:schemeClr val="dk1"/>
                </a:solidFill>
                <a:effectLst/>
                <a:uFillTx/>
                <a:latin typeface="Arial"/>
                <a:ea typeface="Noto Sans CJK JP:palt"/>
                <a:hlinkClick r:id="rId1"/>
              </a:rPr>
              <a:t>Requirement Analysis</a:t>
            </a:r>
            <a:r>
              <a:rPr b="0" i="1" lang="en-US" sz="1200" strike="noStrike" u="none">
                <a:solidFill>
                  <a:schemeClr val="dk1"/>
                </a:solidFill>
                <a:effectLst/>
                <a:uFillTx/>
                <a:latin typeface="Arial"/>
                <a:ea typeface="Noto Sans CJK JP:palt"/>
              </a:rPr>
              <a:t> is the first phase where the QA/testing team understands what needs to be tested.</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tabLst>
                <a:tab algn="l" pos="0"/>
              </a:tabLst>
            </a:pPr>
            <a:r>
              <a:rPr b="0" i="1" lang="en-US" sz="1200" strike="noStrike" u="none">
                <a:solidFill>
                  <a:schemeClr val="dk1"/>
                </a:solidFill>
                <a:effectLst/>
                <a:uFillTx/>
                <a:latin typeface="Arial"/>
                <a:ea typeface="Noto Sans CJK JP:palt"/>
              </a:rPr>
              <a:t> The activities that take place during the Requirement Analysis stage include:</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Reviewing the software requirements document (SRD) and other related documents</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Interviewing stakeholders to gather additional information</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Identifying any ambiguities or inconsistencies in the requirements</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Identifying any missing or incomplete requirements</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Identifying any potential risks or issues that may impact the testing process</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tabLst>
                <a:tab algn="l" pos="0"/>
              </a:tabLst>
            </a:pPr>
            <a:endParaRPr b="0" lang="en-US" sz="1200" strike="noStrike" u="none">
              <a:solidFill>
                <a:srgbClr val="000000"/>
              </a:solidFill>
              <a:effectLst/>
              <a:uFillTx/>
              <a:latin typeface="DejaVu Sans"/>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sldNum" idx="42"/>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AA09140F-6BA0-4DC7-8478-7E01BD7240C8}"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260" name="TextBox 1"/>
          <p:cNvSpPr/>
          <p:nvPr/>
        </p:nvSpPr>
        <p:spPr>
          <a:xfrm>
            <a:off x="685800" y="676080"/>
            <a:ext cx="8915040" cy="3438720"/>
          </a:xfrm>
          <a:prstGeom prst="rect">
            <a:avLst/>
          </a:prstGeom>
          <a:noFill/>
          <a:ln w="0">
            <a:noFill/>
          </a:ln>
        </p:spPr>
        <p:style>
          <a:lnRef idx="0"/>
          <a:fillRef idx="0"/>
          <a:effectRef idx="0"/>
          <a:fontRef idx="minor"/>
        </p:style>
        <p:txBody>
          <a:bodyPr wrap="none" lIns="90000" rIns="90000" tIns="45000" bIns="45000" anchor="t">
            <a:noAutofit/>
          </a:bodyPr>
          <a:p>
            <a:pPr defTabSz="914400">
              <a:lnSpc>
                <a:spcPct val="100000"/>
              </a:lnSpc>
              <a:spcBef>
                <a:spcPts val="1191"/>
              </a:spcBef>
              <a:spcAft>
                <a:spcPts val="992"/>
              </a:spcAft>
              <a:tabLst>
                <a:tab algn="l" pos="0"/>
              </a:tabLst>
            </a:pPr>
            <a:r>
              <a:rPr b="1" i="1" lang="en-US" sz="1200" strike="noStrike" u="none">
                <a:solidFill>
                  <a:schemeClr val="dk1"/>
                </a:solidFill>
                <a:effectLst/>
                <a:uFillTx/>
                <a:latin typeface="Arial"/>
                <a:ea typeface="Noto Sans CJK JP:palt"/>
              </a:rPr>
              <a:t>2. Test Planning</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hlinkClick r:id="rId1"/>
              </a:rPr>
              <a:t>Test Planning</a:t>
            </a:r>
            <a:r>
              <a:rPr b="0" i="1" lang="en-US" sz="1200" strike="noStrike" u="none">
                <a:solidFill>
                  <a:schemeClr val="dk1"/>
                </a:solidFill>
                <a:effectLst/>
                <a:uFillTx/>
                <a:latin typeface="Arial"/>
                <a:ea typeface="Noto Sans CJK JP:palt"/>
              </a:rPr>
              <a:t> is the most crucial phase where the overall test strategy and plan are created.</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 The major activities carried out during the Test Planning phase include:</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Identifying the testing objectives and scope</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Developing a test strategy: selecting the testing methods and techniques that will be used</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Identifying the testing environment and resources needed</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Identifying the test cases that will be executed and the test data that will be used</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Estimating the time and cost required for testing</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Identifying the test deliverables and milestones</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Assigning roles and responsibilities to the testing team</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Reviewing and approving the test plan</a:t>
            </a:r>
            <a:endParaRPr b="0" lang="en-US" sz="1200" strike="noStrike" u="none">
              <a:solidFill>
                <a:srgbClr val="000000"/>
              </a:solidFill>
              <a:effectLst/>
              <a:uFillTx/>
              <a:latin typeface="DejaVu Sans"/>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sldNum" idx="43"/>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B33209FC-62D4-427A-8267-D0B119F54DB6}"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262" name="TextBox 1"/>
          <p:cNvSpPr/>
          <p:nvPr/>
        </p:nvSpPr>
        <p:spPr>
          <a:xfrm>
            <a:off x="457200" y="1274040"/>
            <a:ext cx="8686440" cy="2840400"/>
          </a:xfrm>
          <a:prstGeom prst="rect">
            <a:avLst/>
          </a:prstGeom>
          <a:noFill/>
          <a:ln w="0">
            <a:noFill/>
          </a:ln>
        </p:spPr>
        <p:style>
          <a:lnRef idx="0"/>
          <a:fillRef idx="0"/>
          <a:effectRef idx="0"/>
          <a:fontRef idx="minor"/>
        </p:style>
        <p:txBody>
          <a:bodyPr wrap="none" lIns="90000" rIns="90000" tIns="45000" bIns="45000" anchor="t">
            <a:noAutofit/>
          </a:bodyPr>
          <a:p>
            <a:pPr defTabSz="914400">
              <a:lnSpc>
                <a:spcPct val="100000"/>
              </a:lnSpc>
              <a:spcBef>
                <a:spcPts val="1191"/>
              </a:spcBef>
              <a:spcAft>
                <a:spcPts val="992"/>
              </a:spcAft>
              <a:tabLst>
                <a:tab algn="l" pos="0"/>
              </a:tabLst>
            </a:pPr>
            <a:r>
              <a:rPr b="1" i="1" lang="en-US" sz="1200" strike="noStrike" u="none">
                <a:solidFill>
                  <a:schemeClr val="dk1"/>
                </a:solidFill>
                <a:effectLst/>
                <a:uFillTx/>
                <a:latin typeface="Arial"/>
                <a:ea typeface="Noto Sans CJK JP:palt"/>
              </a:rPr>
              <a:t>3. Test Case Development</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tabLst>
                <a:tab algn="l" pos="0"/>
              </a:tabLst>
            </a:pPr>
            <a:r>
              <a:rPr b="0" i="1" lang="en-US" sz="1200" strike="noStrike" u="none">
                <a:solidFill>
                  <a:schemeClr val="dk1"/>
                </a:solidFill>
                <a:effectLst/>
                <a:uFillTx/>
                <a:latin typeface="Arial"/>
                <a:ea typeface="Noto Sans CJK JP:palt"/>
              </a:rPr>
              <a:t>The </a:t>
            </a:r>
            <a:r>
              <a:rPr b="0" i="1" lang="en-US" sz="1200" strike="noStrike" u="none">
                <a:solidFill>
                  <a:schemeClr val="dk1"/>
                </a:solidFill>
                <a:effectLst/>
                <a:uFillTx/>
                <a:latin typeface="Arial"/>
                <a:ea typeface="Noto Sans CJK JP:palt"/>
                <a:hlinkClick r:id="rId1"/>
              </a:rPr>
              <a:t>Test Case Development</a:t>
            </a:r>
            <a:r>
              <a:rPr b="0" i="1" lang="en-US" sz="1200" strike="noStrike" u="none">
                <a:solidFill>
                  <a:schemeClr val="dk1"/>
                </a:solidFill>
                <a:effectLst/>
                <a:uFillTx/>
                <a:latin typeface="Arial"/>
                <a:ea typeface="Noto Sans CJK JP:palt"/>
              </a:rPr>
              <a:t> phase testers design detailed test cases and prepare the necessary test data.</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tabLst>
                <a:tab algn="l" pos="0"/>
              </a:tabLst>
            </a:pPr>
            <a:r>
              <a:rPr b="0" i="1" lang="en-US" sz="1200" strike="noStrike" u="none">
                <a:solidFill>
                  <a:schemeClr val="dk1"/>
                </a:solidFill>
                <a:effectLst/>
                <a:uFillTx/>
                <a:latin typeface="Arial"/>
                <a:ea typeface="Noto Sans CJK JP:palt"/>
              </a:rPr>
              <a:t> The main activities performed during the Test Case Development phase include:</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Identifying the test cases that will be developed</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Writing test cases that are clear, concise and easy to understand</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Creating test data and test scenarios that will be used in the test cases</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Identifying the expected results for each test case</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Reviewing and validating the test cases</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Updating the requirement traceability matrix (RTM) to map requirements to test cases</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tabLst>
                <a:tab algn="l" pos="0"/>
              </a:tabLst>
            </a:pPr>
            <a:endParaRPr b="0" lang="en-US" sz="1200" strike="noStrike" u="none">
              <a:solidFill>
                <a:srgbClr val="000000"/>
              </a:solidFill>
              <a:effectLst/>
              <a:uFillTx/>
              <a:latin typeface="DejaVu Sans"/>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sldNum" idx="44"/>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12167EAB-38D8-4B17-9D04-B7C6BDB3C918}"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264" name="TextBox 1"/>
          <p:cNvSpPr/>
          <p:nvPr/>
        </p:nvSpPr>
        <p:spPr>
          <a:xfrm>
            <a:off x="457200" y="1501200"/>
            <a:ext cx="8915040" cy="2242080"/>
          </a:xfrm>
          <a:prstGeom prst="rect">
            <a:avLst/>
          </a:prstGeom>
          <a:noFill/>
          <a:ln w="0">
            <a:noFill/>
          </a:ln>
        </p:spPr>
        <p:style>
          <a:lnRef idx="0"/>
          <a:fillRef idx="0"/>
          <a:effectRef idx="0"/>
          <a:fontRef idx="minor"/>
        </p:style>
        <p:txBody>
          <a:bodyPr wrap="none" lIns="90000" rIns="90000" tIns="45000" bIns="45000" anchor="t">
            <a:noAutofit/>
          </a:bodyPr>
          <a:p>
            <a:pPr defTabSz="914400">
              <a:lnSpc>
                <a:spcPct val="100000"/>
              </a:lnSpc>
              <a:spcBef>
                <a:spcPts val="1191"/>
              </a:spcBef>
              <a:spcAft>
                <a:spcPts val="992"/>
              </a:spcAft>
              <a:tabLst>
                <a:tab algn="l" pos="0"/>
              </a:tabLst>
            </a:pPr>
            <a:r>
              <a:rPr b="1" i="1" lang="en-US" sz="1200" strike="noStrike" u="none">
                <a:solidFill>
                  <a:schemeClr val="dk1"/>
                </a:solidFill>
                <a:effectLst/>
                <a:uFillTx/>
                <a:latin typeface="Arial"/>
                <a:ea typeface="Noto Sans CJK JP:palt"/>
              </a:rPr>
              <a:t>4. Test Environment Setup</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tabLst>
                <a:tab algn="l" pos="0"/>
              </a:tabLst>
            </a:pPr>
            <a:r>
              <a:rPr b="0" i="1" lang="en-US" sz="1200" strike="noStrike" u="none">
                <a:solidFill>
                  <a:schemeClr val="dk1"/>
                </a:solidFill>
                <a:effectLst/>
                <a:uFillTx/>
                <a:latin typeface="Arial"/>
                <a:ea typeface="Noto Sans CJK JP:palt"/>
                <a:hlinkClick r:id="rId1"/>
              </a:rPr>
              <a:t>Test Environment Setup</a:t>
            </a:r>
            <a:r>
              <a:rPr b="0" i="1" lang="en-US" sz="1200" strike="noStrike" u="none">
                <a:solidFill>
                  <a:schemeClr val="dk1"/>
                </a:solidFill>
                <a:effectLst/>
                <a:uFillTx/>
                <a:latin typeface="Arial"/>
                <a:ea typeface="Noto Sans CJK JP:palt"/>
              </a:rPr>
              <a:t> defines the hardware, software and network conditions under which testing will be executed.</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tabLst>
                <a:tab algn="l" pos="0"/>
              </a:tabLst>
            </a:pPr>
            <a:r>
              <a:rPr b="0" i="1" lang="en-US" sz="1200" strike="noStrike" u="none">
                <a:solidFill>
                  <a:schemeClr val="dk1"/>
                </a:solidFill>
                <a:effectLst/>
                <a:uFillTx/>
                <a:latin typeface="Arial"/>
                <a:ea typeface="Noto Sans CJK JP:palt"/>
              </a:rPr>
              <a:t> The activities involved in the Test Environment Setup phase include:</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Install and configure required software, tools and databases.</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Set up servers, browsers, operating systems and devices.</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Prepare access credentials and permissions.</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Validate the environment before test execution.</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tabLst>
                <a:tab algn="l" pos="0"/>
              </a:tabLst>
            </a:pPr>
            <a:endParaRPr b="0" lang="en-US" sz="1200" strike="noStrike" u="none">
              <a:solidFill>
                <a:srgbClr val="000000"/>
              </a:solidFill>
              <a:effectLst/>
              <a:uFillTx/>
              <a:latin typeface="DejaVu Sans"/>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sldNum" idx="45"/>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167F9880-8A65-4270-B92A-03B2C35BBB8B}"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266" name="TextBox 1"/>
          <p:cNvSpPr/>
          <p:nvPr/>
        </p:nvSpPr>
        <p:spPr>
          <a:xfrm>
            <a:off x="685800" y="1275840"/>
            <a:ext cx="8686440" cy="2692440"/>
          </a:xfrm>
          <a:prstGeom prst="rect">
            <a:avLst/>
          </a:prstGeom>
          <a:noFill/>
          <a:ln w="0">
            <a:noFill/>
          </a:ln>
        </p:spPr>
        <p:style>
          <a:lnRef idx="0"/>
          <a:fillRef idx="0"/>
          <a:effectRef idx="0"/>
          <a:fontRef idx="minor"/>
        </p:style>
        <p:txBody>
          <a:bodyPr wrap="none" lIns="90000" rIns="90000" tIns="45000" bIns="45000" anchor="t">
            <a:noAutofit/>
          </a:bodyPr>
          <a:p>
            <a:pPr defTabSz="914400">
              <a:lnSpc>
                <a:spcPct val="100000"/>
              </a:lnSpc>
              <a:spcBef>
                <a:spcPts val="1191"/>
              </a:spcBef>
              <a:spcAft>
                <a:spcPts val="992"/>
              </a:spcAft>
              <a:tabLst>
                <a:tab algn="l" pos="0"/>
              </a:tabLst>
            </a:pPr>
            <a:r>
              <a:rPr b="1" i="1" lang="en-US" sz="1200" strike="noStrike" u="none">
                <a:solidFill>
                  <a:schemeClr val="dk1"/>
                </a:solidFill>
                <a:effectLst/>
                <a:uFillTx/>
                <a:latin typeface="Arial"/>
                <a:ea typeface="Noto Sans CJK JP:palt"/>
              </a:rPr>
              <a:t>5. Test Execution</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tabLst>
                <a:tab algn="l" pos="0"/>
              </a:tabLst>
            </a:pPr>
            <a:r>
              <a:rPr b="0" i="1" lang="en-US" sz="1200" strike="noStrike" u="none">
                <a:solidFill>
                  <a:schemeClr val="dk1"/>
                </a:solidFill>
                <a:effectLst/>
                <a:uFillTx/>
                <a:latin typeface="Arial"/>
                <a:ea typeface="Noto Sans CJK JP:palt"/>
              </a:rPr>
              <a:t>In </a:t>
            </a:r>
            <a:r>
              <a:rPr b="0" i="1" lang="en-US" sz="1200" strike="noStrike" u="none">
                <a:solidFill>
                  <a:schemeClr val="dk1"/>
                </a:solidFill>
                <a:effectLst/>
                <a:uFillTx/>
                <a:latin typeface="Arial"/>
                <a:ea typeface="Noto Sans CJK JP:palt"/>
                <a:hlinkClick r:id="rId1"/>
              </a:rPr>
              <a:t>Test Execution</a:t>
            </a:r>
            <a:r>
              <a:rPr b="0" i="1" lang="en-US" sz="1200" strike="noStrike" u="none">
                <a:solidFill>
                  <a:schemeClr val="dk1"/>
                </a:solidFill>
                <a:effectLst/>
                <a:uFillTx/>
                <a:latin typeface="Arial"/>
                <a:ea typeface="Noto Sans CJK JP:palt"/>
              </a:rPr>
              <a:t> phase prepared test cases are executed in the defined environment. The activities performed during the Test Execution phase include:</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Run manual or automated test cases.</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Log defects with details like severity and priority.</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Retest fixed defects (defect retesting).</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Perform regression testing if required.</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Collect and analyze test results.</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Document and share test reports.</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tabLst>
                <a:tab algn="l" pos="0"/>
              </a:tabLst>
            </a:pPr>
            <a:endParaRPr b="0" lang="en-US" sz="1200" strike="noStrike" u="none">
              <a:solidFill>
                <a:srgbClr val="000000"/>
              </a:solidFill>
              <a:effectLst/>
              <a:uFillTx/>
              <a:latin typeface="DejaVu Sans"/>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sldNum" idx="46"/>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DFAD1609-9276-401E-A2AD-B158CD7E6F82}"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268" name="TextBox 1"/>
          <p:cNvSpPr/>
          <p:nvPr/>
        </p:nvSpPr>
        <p:spPr>
          <a:xfrm>
            <a:off x="685800" y="1371600"/>
            <a:ext cx="8686440" cy="2692440"/>
          </a:xfrm>
          <a:prstGeom prst="rect">
            <a:avLst/>
          </a:prstGeom>
          <a:noFill/>
          <a:ln w="0">
            <a:noFill/>
          </a:ln>
        </p:spPr>
        <p:style>
          <a:lnRef idx="0"/>
          <a:fillRef idx="0"/>
          <a:effectRef idx="0"/>
          <a:fontRef idx="minor"/>
        </p:style>
        <p:txBody>
          <a:bodyPr wrap="none" lIns="90000" rIns="90000" tIns="45000" bIns="45000" anchor="t">
            <a:noAutofit/>
          </a:bodyPr>
          <a:p>
            <a:pPr defTabSz="914400">
              <a:lnSpc>
                <a:spcPct val="100000"/>
              </a:lnSpc>
              <a:spcBef>
                <a:spcPts val="1191"/>
              </a:spcBef>
              <a:spcAft>
                <a:spcPts val="992"/>
              </a:spcAft>
              <a:tabLst>
                <a:tab algn="l" pos="0"/>
              </a:tabLst>
            </a:pPr>
            <a:r>
              <a:rPr b="1" i="1" lang="en-US" sz="1200" strike="noStrike" u="none">
                <a:solidFill>
                  <a:schemeClr val="dk1"/>
                </a:solidFill>
                <a:effectLst/>
                <a:uFillTx/>
                <a:latin typeface="Arial"/>
                <a:ea typeface="Noto Sans CJK JP:palt"/>
              </a:rPr>
              <a:t>6. Test Closure</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hlinkClick r:id="rId1"/>
              </a:rPr>
              <a:t>Test Closure</a:t>
            </a:r>
            <a:r>
              <a:rPr b="0" i="1" lang="en-US" sz="1200" strike="noStrike" u="none">
                <a:solidFill>
                  <a:schemeClr val="dk1"/>
                </a:solidFill>
                <a:effectLst/>
                <a:uFillTx/>
                <a:latin typeface="Arial"/>
                <a:ea typeface="Noto Sans CJK JP:palt"/>
              </a:rPr>
              <a:t> is the final phase where testing activities are completed and documented. The final activities carried out during the Test Closure phase include:</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Prepare a Test Summary Report (test cases executed, pass/fail count, defects found/resolved).</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Ensure all defects are tracked and closed.</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Clean up the test environment.</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Archive test cases, data and reports.</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Conduct a retrospective for lessons learned.</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buClr>
                <a:srgbClr val="000000"/>
              </a:buClr>
              <a:buSzPct val="45000"/>
              <a:buFont typeface="Wingdings" charset="2"/>
              <a:buChar char=""/>
              <a:tabLst>
                <a:tab algn="l" pos="0"/>
              </a:tabLst>
            </a:pPr>
            <a:r>
              <a:rPr b="0" i="1" lang="en-US" sz="1200" strike="noStrike" u="none">
                <a:solidFill>
                  <a:schemeClr val="dk1"/>
                </a:solidFill>
                <a:effectLst/>
                <a:uFillTx/>
                <a:latin typeface="Arial"/>
                <a:ea typeface="Noto Sans CJK JP:palt"/>
              </a:rPr>
              <a:t>Share knowledge with stakeholders.</a:t>
            </a:r>
            <a:endParaRPr b="0" lang="en-US" sz="1200" strike="noStrike" u="none">
              <a:solidFill>
                <a:srgbClr val="000000"/>
              </a:solidFill>
              <a:effectLst/>
              <a:uFillTx/>
              <a:latin typeface="DejaVu Sans"/>
            </a:endParaRPr>
          </a:p>
          <a:p>
            <a:pPr defTabSz="914400">
              <a:lnSpc>
                <a:spcPct val="100000"/>
              </a:lnSpc>
              <a:spcBef>
                <a:spcPts val="1191"/>
              </a:spcBef>
              <a:spcAft>
                <a:spcPts val="992"/>
              </a:spcAft>
              <a:tabLst>
                <a:tab algn="l" pos="0"/>
              </a:tabLst>
            </a:pPr>
            <a:endParaRPr b="0" lang="en-US" sz="1200" strike="noStrike" u="none">
              <a:solidFill>
                <a:srgbClr val="000000"/>
              </a:solidFill>
              <a:effectLst/>
              <a:uFillTx/>
              <a:latin typeface="DejaVu Sans"/>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sldNum" idx="47"/>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C62664F1-F945-44B8-AC06-AD28571ADB53}"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270" name="PlaceHolder 2"/>
          <p:cNvSpPr>
            <a:spLocks noGrp="1"/>
          </p:cNvSpPr>
          <p:nvPr>
            <p:ph type="title"/>
          </p:nvPr>
        </p:nvSpPr>
        <p:spPr>
          <a:xfrm>
            <a:off x="540000" y="180000"/>
            <a:ext cx="8279640" cy="734040"/>
          </a:xfrm>
          <a:prstGeom prst="rect">
            <a:avLst/>
          </a:prstGeom>
          <a:noFill/>
          <a:ln w="0">
            <a:noFill/>
          </a:ln>
        </p:spPr>
        <p:txBody>
          <a:bodyPr lIns="0" rIns="0" tIns="0" bIns="0" anchor="ctr">
            <a:noAutofit/>
          </a:bodyPr>
          <a:p>
            <a:pPr indent="0" algn="ctr">
              <a:lnSpc>
                <a:spcPct val="100000"/>
              </a:lnSpc>
              <a:spcBef>
                <a:spcPts val="1191"/>
              </a:spcBef>
              <a:spcAft>
                <a:spcPts val="992"/>
              </a:spcAft>
              <a:buNone/>
            </a:pPr>
            <a:r>
              <a:rPr b="1" i="1" lang="en-US" sz="1600" strike="noStrike" u="none">
                <a:solidFill>
                  <a:srgbClr val="000000"/>
                </a:solidFill>
                <a:effectLst/>
                <a:uFillTx/>
                <a:latin typeface="Arial"/>
              </a:rPr>
              <a:t>TEST CASE</a:t>
            </a:r>
            <a:endParaRPr b="0" lang="en-US" sz="1600" strike="noStrike" u="none">
              <a:solidFill>
                <a:schemeClr val="dk1"/>
              </a:solidFill>
              <a:effectLst/>
              <a:uFillTx/>
              <a:latin typeface="Calibri"/>
            </a:endParaRPr>
          </a:p>
        </p:txBody>
      </p:sp>
      <p:sp>
        <p:nvSpPr>
          <p:cNvPr id="271" name="PlaceHolder 3"/>
          <p:cNvSpPr>
            <a:spLocks noGrp="1"/>
          </p:cNvSpPr>
          <p:nvPr>
            <p:ph/>
          </p:nvPr>
        </p:nvSpPr>
        <p:spPr>
          <a:xfrm>
            <a:off x="540000" y="1260000"/>
            <a:ext cx="8832240" cy="395964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i="1" lang="en-US" sz="1200" strike="noStrike" u="none">
                <a:solidFill>
                  <a:srgbClr val="000000"/>
                </a:solidFill>
                <a:effectLst/>
                <a:uFillTx/>
                <a:latin typeface="Arial"/>
              </a:rPr>
              <a:t>A Test Case is a step-by-step guide used to check if a specific part of a software application works correctly as expected. It defines the actions to be taken, the required data, and the expected result to validate that a feature functions as per the requirements.</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A test case is a set of conditions or steps.</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It is used to verify a particular function of software.</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Test cases are derived from requirements.</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They help testers execute testing systematically.</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Each test case has expected and actual results.</a:t>
            </a:r>
            <a:endParaRPr b="0" lang="en-US" sz="1200" strike="noStrike" u="none">
              <a:solidFill>
                <a:schemeClr val="dk1"/>
              </a:solidFill>
              <a:effectLst/>
              <a:uFillTx/>
              <a:latin typeface="Calibri"/>
            </a:endParaRPr>
          </a:p>
          <a:p>
            <a:pPr indent="0">
              <a:lnSpc>
                <a:spcPct val="100000"/>
              </a:lnSpc>
              <a:spcBef>
                <a:spcPts val="1191"/>
              </a:spcBef>
              <a:spcAft>
                <a:spcPts val="992"/>
              </a:spcAft>
              <a:buNone/>
              <a:tabLst>
                <a:tab algn="l" pos="0"/>
              </a:tabLst>
            </a:pPr>
            <a:endParaRPr b="0" lang="en-US" sz="12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sldNum" idx="48"/>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32A16C13-54C8-4ABC-AE97-B5C05E900AA2}"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273" name="PlaceHolder 2"/>
          <p:cNvSpPr>
            <a:spLocks noGrp="1"/>
          </p:cNvSpPr>
          <p:nvPr>
            <p:ph type="title"/>
          </p:nvPr>
        </p:nvSpPr>
        <p:spPr>
          <a:xfrm>
            <a:off x="540000" y="180000"/>
            <a:ext cx="8279640" cy="734040"/>
          </a:xfrm>
          <a:prstGeom prst="rect">
            <a:avLst/>
          </a:prstGeom>
          <a:noFill/>
          <a:ln w="0">
            <a:noFill/>
          </a:ln>
        </p:spPr>
        <p:txBody>
          <a:bodyPr lIns="0" rIns="0" tIns="0" bIns="0" anchor="ctr">
            <a:noAutofit/>
          </a:bodyPr>
          <a:p>
            <a:pPr indent="0" algn="ctr">
              <a:lnSpc>
                <a:spcPct val="100000"/>
              </a:lnSpc>
              <a:spcBef>
                <a:spcPts val="1191"/>
              </a:spcBef>
              <a:spcAft>
                <a:spcPts val="992"/>
              </a:spcAft>
              <a:buNone/>
            </a:pPr>
            <a:r>
              <a:rPr b="1" i="1" lang="en-US" sz="1600" strike="noStrike" u="none">
                <a:solidFill>
                  <a:srgbClr val="000000"/>
                </a:solidFill>
                <a:effectLst/>
                <a:uFillTx/>
                <a:latin typeface="Arial"/>
              </a:rPr>
              <a:t>DESIGN OF TEST CASE</a:t>
            </a:r>
            <a:endParaRPr b="0" lang="en-US" sz="1600" strike="noStrike" u="none">
              <a:solidFill>
                <a:schemeClr val="dk1"/>
              </a:solidFill>
              <a:effectLst/>
              <a:uFillTx/>
              <a:latin typeface="Calibri"/>
            </a:endParaRPr>
          </a:p>
        </p:txBody>
      </p:sp>
      <p:sp>
        <p:nvSpPr>
          <p:cNvPr id="274" name="PlaceHolder 3"/>
          <p:cNvSpPr>
            <a:spLocks noGrp="1"/>
          </p:cNvSpPr>
          <p:nvPr>
            <p:ph/>
          </p:nvPr>
        </p:nvSpPr>
        <p:spPr>
          <a:xfrm>
            <a:off x="540000" y="1260000"/>
            <a:ext cx="8832240" cy="395964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i="1" lang="en-US" sz="1200" strike="noStrike" u="none">
                <a:solidFill>
                  <a:srgbClr val="000000"/>
                </a:solidFill>
                <a:effectLst/>
                <a:uFillTx/>
                <a:latin typeface="Arial"/>
              </a:rPr>
              <a:t>Designing test cases in software testing is a systematic process of defining the conditions and specific steps needed to verify that a software application functions correctly and meets its requirements. It involves understanding requirements, employing specific design techniques, and documenting the cases in a standardized format.</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Test case design is the process of creating test cases.</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It is done before test execution.</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It is based on software requirements and specifications.</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Both positive and negative scenarios are included.</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Good test case design improves defect detection.</a:t>
            </a:r>
            <a:endParaRPr b="0" lang="en-US" sz="12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sldNum" idx="49"/>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CE44FF56-0D8F-4F3D-B88A-CBAFD9F223A9}"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276" name="PlaceHolder 2"/>
          <p:cNvSpPr>
            <a:spLocks noGrp="1"/>
          </p:cNvSpPr>
          <p:nvPr>
            <p:ph type="title"/>
          </p:nvPr>
        </p:nvSpPr>
        <p:spPr>
          <a:xfrm>
            <a:off x="540000" y="180000"/>
            <a:ext cx="8279640" cy="734040"/>
          </a:xfrm>
          <a:prstGeom prst="rect">
            <a:avLst/>
          </a:prstGeom>
          <a:noFill/>
          <a:ln w="0">
            <a:noFill/>
          </a:ln>
        </p:spPr>
        <p:txBody>
          <a:bodyPr lIns="0" rIns="0" tIns="0" bIns="0" anchor="ctr">
            <a:noAutofit/>
          </a:bodyPr>
          <a:p>
            <a:pPr indent="0" algn="ctr">
              <a:lnSpc>
                <a:spcPct val="100000"/>
              </a:lnSpc>
              <a:spcBef>
                <a:spcPts val="1191"/>
              </a:spcBef>
              <a:spcAft>
                <a:spcPts val="992"/>
              </a:spcAft>
              <a:buNone/>
            </a:pPr>
            <a:r>
              <a:rPr b="1" i="1" lang="en-US" sz="1600" strike="noStrike" u="none">
                <a:solidFill>
                  <a:srgbClr val="000000"/>
                </a:solidFill>
                <a:effectLst/>
                <a:uFillTx/>
                <a:latin typeface="Arial"/>
              </a:rPr>
              <a:t>COMPONENTS OF A TEST CASE</a:t>
            </a:r>
            <a:endParaRPr b="0" lang="en-US" sz="1600" strike="noStrike" u="none">
              <a:solidFill>
                <a:schemeClr val="dk1"/>
              </a:solidFill>
              <a:effectLst/>
              <a:uFillTx/>
              <a:latin typeface="Calibri"/>
            </a:endParaRPr>
          </a:p>
        </p:txBody>
      </p:sp>
      <p:sp>
        <p:nvSpPr>
          <p:cNvPr id="277" name="PlaceHolder 3"/>
          <p:cNvSpPr>
            <a:spLocks noGrp="1"/>
          </p:cNvSpPr>
          <p:nvPr>
            <p:ph/>
          </p:nvPr>
        </p:nvSpPr>
        <p:spPr>
          <a:xfrm>
            <a:off x="637560" y="1260000"/>
            <a:ext cx="8734680" cy="399744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i="1" lang="en-US" sz="1200" strike="noStrike" u="none">
                <a:solidFill>
                  <a:srgbClr val="000000"/>
                </a:solidFill>
                <a:effectLst/>
                <a:uFillTx/>
                <a:latin typeface="Arial"/>
              </a:rPr>
              <a:t>Components:</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Test Case ID: A unique name or number to identify the test case.</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Title/Description: What the test case is meant to check.</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Preconditions: What needs to be set up before running the test?</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Test Steps: The actions to perform during the test.</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Test Data: The specific information needed for the test.</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Expected Result: What should happen if the software is working right?</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Actual Result: What happens when the test is run.</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Status: Whether the test passed or failed.</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tabLst>
                <a:tab algn="l" pos="0"/>
              </a:tabLst>
            </a:pPr>
            <a:r>
              <a:rPr b="0" i="1" lang="en-US" sz="1200" strike="noStrike" u="none">
                <a:solidFill>
                  <a:srgbClr val="000000"/>
                </a:solidFill>
                <a:effectLst/>
                <a:uFillTx/>
                <a:latin typeface="Arial"/>
              </a:rPr>
              <a:t>Postconditions: What should be true after the test.</a:t>
            </a:r>
            <a:endParaRPr b="0" lang="en-US" sz="12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sldNum" idx="50"/>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61989273-9DB1-4C36-94AB-59F3B84D21A8}"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279" name="PlaceHolder 2"/>
          <p:cNvSpPr>
            <a:spLocks noGrp="1"/>
          </p:cNvSpPr>
          <p:nvPr>
            <p:ph type="title"/>
          </p:nvPr>
        </p:nvSpPr>
        <p:spPr>
          <a:xfrm>
            <a:off x="540000" y="0"/>
            <a:ext cx="8279640" cy="734040"/>
          </a:xfrm>
          <a:prstGeom prst="rect">
            <a:avLst/>
          </a:prstGeom>
          <a:noFill/>
          <a:ln w="0">
            <a:noFill/>
          </a:ln>
        </p:spPr>
        <p:txBody>
          <a:bodyPr lIns="0" rIns="0" tIns="0" bIns="0" anchor="ctr">
            <a:noAutofit/>
          </a:bodyPr>
          <a:p>
            <a:pPr indent="0" algn="ctr">
              <a:lnSpc>
                <a:spcPct val="100000"/>
              </a:lnSpc>
              <a:spcBef>
                <a:spcPts val="1191"/>
              </a:spcBef>
              <a:spcAft>
                <a:spcPts val="992"/>
              </a:spcAft>
              <a:buNone/>
            </a:pPr>
            <a:r>
              <a:rPr b="1" i="1" lang="en-US" sz="1600" strike="noStrike" u="none">
                <a:solidFill>
                  <a:srgbClr val="000000"/>
                </a:solidFill>
                <a:effectLst/>
                <a:uFillTx/>
                <a:latin typeface="Arial"/>
              </a:rPr>
              <a:t>SAMPLE TEST CASE</a:t>
            </a:r>
            <a:endParaRPr b="0" lang="en-US" sz="1600" strike="noStrike" u="none">
              <a:solidFill>
                <a:schemeClr val="dk1"/>
              </a:solidFill>
              <a:effectLst/>
              <a:uFillTx/>
              <a:latin typeface="Calibri"/>
            </a:endParaRPr>
          </a:p>
        </p:txBody>
      </p:sp>
      <p:pic>
        <p:nvPicPr>
          <p:cNvPr id="280" name="" descr=""/>
          <p:cNvPicPr/>
          <p:nvPr/>
        </p:nvPicPr>
        <p:blipFill>
          <a:blip r:embed="rId1"/>
          <a:stretch/>
        </p:blipFill>
        <p:spPr>
          <a:xfrm>
            <a:off x="2286000" y="685800"/>
            <a:ext cx="6857640" cy="457164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sldNum" idx="51"/>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37A747AE-9AF0-4A69-B2F3-A26B04813DC6}"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282" name="PlaceHolder 2"/>
          <p:cNvSpPr>
            <a:spLocks noGrp="1"/>
          </p:cNvSpPr>
          <p:nvPr>
            <p:ph type="title"/>
          </p:nvPr>
        </p:nvSpPr>
        <p:spPr>
          <a:xfrm>
            <a:off x="540000" y="180000"/>
            <a:ext cx="8279640" cy="734040"/>
          </a:xfrm>
          <a:prstGeom prst="rect">
            <a:avLst/>
          </a:prstGeom>
          <a:noFill/>
          <a:ln w="0">
            <a:noFill/>
          </a:ln>
        </p:spPr>
        <p:txBody>
          <a:bodyPr lIns="0" rIns="0" tIns="0" bIns="0" anchor="ctr">
            <a:noAutofit/>
          </a:bodyPr>
          <a:p>
            <a:pPr indent="0" algn="ctr">
              <a:lnSpc>
                <a:spcPct val="100000"/>
              </a:lnSpc>
              <a:spcBef>
                <a:spcPts val="1191"/>
              </a:spcBef>
              <a:spcAft>
                <a:spcPts val="992"/>
              </a:spcAft>
              <a:buNone/>
            </a:pPr>
            <a:r>
              <a:rPr b="1" i="1" lang="en-US" sz="1600" strike="noStrike" u="none">
                <a:solidFill>
                  <a:srgbClr val="000000"/>
                </a:solidFill>
                <a:effectLst/>
                <a:uFillTx/>
                <a:latin typeface="Arial"/>
              </a:rPr>
              <a:t>IMPORTANCE OF TEST CASE DESIGN</a:t>
            </a:r>
            <a:endParaRPr b="0" lang="en-US" sz="1600" strike="noStrike" u="none">
              <a:solidFill>
                <a:schemeClr val="dk1"/>
              </a:solidFill>
              <a:effectLst/>
              <a:uFillTx/>
              <a:latin typeface="Calibri"/>
            </a:endParaRPr>
          </a:p>
        </p:txBody>
      </p:sp>
      <p:sp>
        <p:nvSpPr>
          <p:cNvPr id="283" name="PlaceHolder 3"/>
          <p:cNvSpPr>
            <a:spLocks noGrp="1"/>
          </p:cNvSpPr>
          <p:nvPr>
            <p:ph/>
          </p:nvPr>
        </p:nvSpPr>
        <p:spPr>
          <a:xfrm>
            <a:off x="637560" y="1260000"/>
            <a:ext cx="8734680" cy="4226040"/>
          </a:xfrm>
          <a:prstGeom prst="rect">
            <a:avLst/>
          </a:prstGeom>
          <a:noFill/>
          <a:ln w="0">
            <a:noFill/>
          </a:ln>
        </p:spPr>
        <p:txBody>
          <a:bodyPr lIns="0" rIns="0" tIns="0" bIns="0" anchor="t">
            <a:noAutofit/>
          </a:bodyPr>
          <a:p>
            <a:pPr>
              <a:lnSpc>
                <a:spcPct val="100000"/>
              </a:lnSpc>
              <a:spcBef>
                <a:spcPts val="1191"/>
              </a:spcBef>
              <a:spcAft>
                <a:spcPts val="992"/>
              </a:spcAft>
              <a:buClr>
                <a:srgbClr val="ff8000"/>
              </a:buClr>
              <a:buSzPct val="45000"/>
              <a:buFont typeface="Wingdings" charset="2"/>
              <a:buChar char=""/>
            </a:pPr>
            <a:r>
              <a:rPr b="0" i="1" lang="en-US" sz="1200" strike="noStrike" u="none">
                <a:solidFill>
                  <a:srgbClr val="000000"/>
                </a:solidFill>
                <a:effectLst/>
                <a:uFillTx/>
                <a:latin typeface="Arial"/>
              </a:rPr>
              <a:t>Ensures maximum test coverage.</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pPr>
            <a:r>
              <a:rPr b="0" i="1" lang="en-US" sz="1200" strike="noStrike" u="none">
                <a:solidFill>
                  <a:srgbClr val="000000"/>
                </a:solidFill>
                <a:effectLst/>
                <a:uFillTx/>
                <a:latin typeface="Arial"/>
              </a:rPr>
              <a:t>Helps in early detection of defects.</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pPr>
            <a:r>
              <a:rPr b="0" i="1" lang="en-US" sz="1200" strike="noStrike" u="none">
                <a:solidFill>
                  <a:srgbClr val="000000"/>
                </a:solidFill>
                <a:effectLst/>
                <a:uFillTx/>
                <a:latin typeface="Arial"/>
              </a:rPr>
              <a:t>Improves software quality.</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pPr>
            <a:r>
              <a:rPr b="0" i="1" lang="en-US" sz="1200" strike="noStrike" u="none">
                <a:solidFill>
                  <a:srgbClr val="000000"/>
                </a:solidFill>
                <a:effectLst/>
                <a:uFillTx/>
                <a:latin typeface="Arial"/>
              </a:rPr>
              <a:t>Saves testing time and cost.</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pPr>
            <a:r>
              <a:rPr b="0" i="1" lang="en-US" sz="1200" strike="noStrike" u="none">
                <a:solidFill>
                  <a:srgbClr val="000000"/>
                </a:solidFill>
                <a:effectLst/>
                <a:uFillTx/>
                <a:latin typeface="Arial"/>
              </a:rPr>
              <a:t>Makes testing organized and repeatable.</a:t>
            </a:r>
            <a:endParaRPr b="0" lang="en-US" sz="1200" strike="noStrike" u="none">
              <a:solidFill>
                <a:schemeClr val="dk1"/>
              </a:solidFill>
              <a:effectLst/>
              <a:uFillTx/>
              <a:latin typeface="Calibri"/>
            </a:endParaRPr>
          </a:p>
          <a:p>
            <a:pPr indent="0">
              <a:lnSpc>
                <a:spcPct val="100000"/>
              </a:lnSpc>
              <a:spcBef>
                <a:spcPts val="1191"/>
              </a:spcBef>
              <a:spcAft>
                <a:spcPts val="992"/>
              </a:spcAft>
              <a:buNone/>
            </a:pPr>
            <a:endParaRPr b="0" lang="en-US" sz="12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sldNum" idx="52"/>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8C375527-9EE9-4615-B353-5CC15F711338}"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285" name="PlaceHolder 2"/>
          <p:cNvSpPr>
            <a:spLocks noGrp="1"/>
          </p:cNvSpPr>
          <p:nvPr>
            <p:ph type="title"/>
          </p:nvPr>
        </p:nvSpPr>
        <p:spPr>
          <a:xfrm>
            <a:off x="540000" y="180000"/>
            <a:ext cx="8279640" cy="734040"/>
          </a:xfrm>
          <a:prstGeom prst="rect">
            <a:avLst/>
          </a:prstGeom>
          <a:noFill/>
          <a:ln w="0">
            <a:noFill/>
          </a:ln>
        </p:spPr>
        <p:txBody>
          <a:bodyPr lIns="0" rIns="0" tIns="0" bIns="0" anchor="ctr">
            <a:noAutofit/>
          </a:bodyPr>
          <a:p>
            <a:pPr indent="0" algn="ctr">
              <a:lnSpc>
                <a:spcPct val="100000"/>
              </a:lnSpc>
              <a:spcBef>
                <a:spcPts val="1191"/>
              </a:spcBef>
              <a:spcAft>
                <a:spcPts val="992"/>
              </a:spcAft>
              <a:buNone/>
            </a:pPr>
            <a:r>
              <a:rPr b="1" i="1" lang="en-US" sz="1600" strike="noStrike" u="none">
                <a:solidFill>
                  <a:srgbClr val="000000"/>
                </a:solidFill>
                <a:effectLst/>
                <a:uFillTx/>
                <a:latin typeface="Arial"/>
              </a:rPr>
              <a:t>ADVANTAGES OF SOFTWARE TESTING</a:t>
            </a:r>
            <a:endParaRPr b="0" lang="en-US" sz="1600" strike="noStrike" u="none">
              <a:solidFill>
                <a:schemeClr val="dk1"/>
              </a:solidFill>
              <a:effectLst/>
              <a:uFillTx/>
              <a:latin typeface="Calibri"/>
            </a:endParaRPr>
          </a:p>
        </p:txBody>
      </p:sp>
      <p:sp>
        <p:nvSpPr>
          <p:cNvPr id="286" name="PlaceHolder 3"/>
          <p:cNvSpPr>
            <a:spLocks noGrp="1"/>
          </p:cNvSpPr>
          <p:nvPr>
            <p:ph/>
          </p:nvPr>
        </p:nvSpPr>
        <p:spPr>
          <a:xfrm>
            <a:off x="637560" y="1260000"/>
            <a:ext cx="8734680" cy="4226040"/>
          </a:xfrm>
          <a:prstGeom prst="rect">
            <a:avLst/>
          </a:prstGeom>
          <a:noFill/>
          <a:ln w="0">
            <a:noFill/>
          </a:ln>
        </p:spPr>
        <p:txBody>
          <a:bodyPr lIns="0" rIns="0" tIns="0" bIns="0" anchor="t">
            <a:noAutofit/>
          </a:bodyPr>
          <a:p>
            <a:pPr>
              <a:lnSpc>
                <a:spcPct val="100000"/>
              </a:lnSpc>
              <a:spcBef>
                <a:spcPts val="1191"/>
              </a:spcBef>
              <a:spcAft>
                <a:spcPts val="992"/>
              </a:spcAft>
              <a:buClr>
                <a:srgbClr val="ff8000"/>
              </a:buClr>
              <a:buSzPct val="45000"/>
              <a:buFont typeface="Wingdings" charset="2"/>
              <a:buChar char=""/>
            </a:pPr>
            <a:r>
              <a:rPr b="0" i="1" lang="en-US" sz="1200" strike="noStrike" u="none">
                <a:solidFill>
                  <a:srgbClr val="000000"/>
                </a:solidFill>
                <a:effectLst/>
                <a:uFillTx/>
                <a:latin typeface="Arial"/>
              </a:rPr>
              <a:t>Reduces software failure risk.</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pPr>
            <a:r>
              <a:rPr b="0" i="1" lang="en-US" sz="1200" strike="noStrike" u="none">
                <a:solidFill>
                  <a:srgbClr val="000000"/>
                </a:solidFill>
                <a:effectLst/>
                <a:uFillTx/>
                <a:latin typeface="Arial"/>
              </a:rPr>
              <a:t>Improves system reliability.</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pPr>
            <a:r>
              <a:rPr b="0" i="1" lang="en-US" sz="1200" strike="noStrike" u="none">
                <a:solidFill>
                  <a:srgbClr val="000000"/>
                </a:solidFill>
                <a:effectLst/>
                <a:uFillTx/>
                <a:latin typeface="Arial"/>
              </a:rPr>
              <a:t>Ensures customer satisfaction.</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pPr>
            <a:r>
              <a:rPr b="0" i="1" lang="en-US" sz="1200" strike="noStrike" u="none">
                <a:solidFill>
                  <a:srgbClr val="000000"/>
                </a:solidFill>
                <a:effectLst/>
                <a:uFillTx/>
                <a:latin typeface="Arial"/>
              </a:rPr>
              <a:t>Increases confidence in software.</a:t>
            </a:r>
            <a:endParaRPr b="0" lang="en-US" sz="1200" strike="noStrike" u="none">
              <a:solidFill>
                <a:schemeClr val="dk1"/>
              </a:solidFill>
              <a:effectLst/>
              <a:uFillTx/>
              <a:latin typeface="Calibri"/>
            </a:endParaRPr>
          </a:p>
          <a:p>
            <a:pPr>
              <a:lnSpc>
                <a:spcPct val="100000"/>
              </a:lnSpc>
              <a:spcBef>
                <a:spcPts val="1191"/>
              </a:spcBef>
              <a:spcAft>
                <a:spcPts val="992"/>
              </a:spcAft>
              <a:buClr>
                <a:srgbClr val="ff8000"/>
              </a:buClr>
              <a:buSzPct val="45000"/>
              <a:buFont typeface="Wingdings" charset="2"/>
              <a:buChar char=""/>
            </a:pPr>
            <a:r>
              <a:rPr b="0" i="1" lang="en-US" sz="1200" strike="noStrike" u="none">
                <a:solidFill>
                  <a:srgbClr val="000000"/>
                </a:solidFill>
                <a:effectLst/>
                <a:uFillTx/>
                <a:latin typeface="Arial"/>
              </a:rPr>
              <a:t>Supports smooth software deployment.</a:t>
            </a:r>
            <a:endParaRPr b="0" lang="en-US" sz="1200" strike="noStrike" u="none">
              <a:solidFill>
                <a:schemeClr val="dk1"/>
              </a:solidFill>
              <a:effectLst/>
              <a:uFillTx/>
              <a:latin typeface="Calibri"/>
            </a:endParaRPr>
          </a:p>
          <a:p>
            <a:pPr indent="0">
              <a:lnSpc>
                <a:spcPct val="100000"/>
              </a:lnSpc>
              <a:spcBef>
                <a:spcPts val="1191"/>
              </a:spcBef>
              <a:spcAft>
                <a:spcPts val="992"/>
              </a:spcAft>
              <a:buNone/>
            </a:pPr>
            <a:endParaRPr b="0" lang="en-US" sz="12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sldNum" idx="53"/>
          </p:nvPr>
        </p:nvSpPr>
        <p:spPr>
          <a:xfrm>
            <a:off x="7200000" y="5400000"/>
            <a:ext cx="2339640" cy="269640"/>
          </a:xfrm>
          <a:prstGeom prst="rect">
            <a:avLst/>
          </a:prstGeom>
          <a:noFill/>
          <a:ln w="0">
            <a:noFill/>
          </a:ln>
        </p:spPr>
        <p:txBody>
          <a:bodyPr lIns="0" rIns="0" tIns="0" bIns="0" anchor="t">
            <a:noAutofit/>
          </a:bodyPr>
          <a:lstStyle>
            <a:lvl1pPr indent="0" algn="r" defTabSz="914400">
              <a:lnSpc>
                <a:spcPct val="100000"/>
              </a:lnSpc>
              <a:buNone/>
              <a:defRPr b="0" lang="en-US" sz="1400" strike="noStrike" u="none">
                <a:solidFill>
                  <a:schemeClr val="dk1"/>
                </a:solidFill>
                <a:effectLst/>
                <a:uFillTx/>
                <a:latin typeface="Arial"/>
                <a:ea typeface="Noto Sans CJK JP:palt"/>
              </a:defRPr>
            </a:lvl1pPr>
          </a:lstStyle>
          <a:p>
            <a:pPr indent="0" algn="r" defTabSz="914400">
              <a:lnSpc>
                <a:spcPct val="100000"/>
              </a:lnSpc>
              <a:buNone/>
            </a:pPr>
            <a:fld id="{682028C5-0A95-40BE-90D1-C2D0FFA12896}" type="slidenum">
              <a:rPr b="0" lang="en-US" sz="1400" strike="noStrike" u="none">
                <a:solidFill>
                  <a:schemeClr val="dk1"/>
                </a:solidFill>
                <a:effectLst/>
                <a:uFillTx/>
                <a:latin typeface="Arial"/>
                <a:ea typeface="Noto Sans CJK JP:palt"/>
              </a:rPr>
              <a:t>&lt;number&gt;</a:t>
            </a:fld>
            <a:endParaRPr b="0" lang="en-US" sz="1400" strike="noStrike" u="none">
              <a:solidFill>
                <a:srgbClr val="000000"/>
              </a:solidFill>
              <a:effectLst/>
              <a:uFillTx/>
              <a:latin typeface="DejaVu Serif"/>
            </a:endParaRPr>
          </a:p>
        </p:txBody>
      </p:sp>
      <p:sp>
        <p:nvSpPr>
          <p:cNvPr id="288" name="TextBox 1"/>
          <p:cNvSpPr/>
          <p:nvPr/>
        </p:nvSpPr>
        <p:spPr>
          <a:xfrm>
            <a:off x="914400" y="3657600"/>
            <a:ext cx="8229240" cy="914040"/>
          </a:xfrm>
          <a:prstGeom prst="rect">
            <a:avLst/>
          </a:prstGeom>
          <a:noFill/>
          <a:ln w="0">
            <a:noFill/>
          </a:ln>
        </p:spPr>
        <p:style>
          <a:lnRef idx="0"/>
          <a:fillRef idx="0"/>
          <a:effectRef idx="0"/>
          <a:fontRef idx="minor"/>
        </p:style>
        <p:txBody>
          <a:bodyPr wrap="none" lIns="90000" rIns="90000" tIns="45000" bIns="45000" anchor="t" anchorCtr="1">
            <a:spAutoFit/>
          </a:bodyPr>
          <a:p>
            <a:pPr algn="ctr" defTabSz="914400">
              <a:lnSpc>
                <a:spcPct val="100000"/>
              </a:lnSpc>
              <a:tabLst>
                <a:tab algn="l" pos="0"/>
              </a:tabLst>
            </a:pPr>
            <a:r>
              <a:rPr b="0" i="1" lang="en-US" sz="1800" strike="noStrike" u="none">
                <a:solidFill>
                  <a:schemeClr val="dk1"/>
                </a:solidFill>
                <a:effectLst/>
                <a:uFillTx/>
                <a:latin typeface="Arial"/>
                <a:ea typeface="Noto Sans CJK JP:palt"/>
              </a:rPr>
              <a:t>If any query , then ask on :</a:t>
            </a:r>
            <a:endParaRPr b="0" lang="en-US" sz="1800" strike="noStrike" u="none">
              <a:solidFill>
                <a:srgbClr val="000000"/>
              </a:solidFill>
              <a:effectLst/>
              <a:uFillTx/>
              <a:latin typeface="DejaVu Sans"/>
            </a:endParaRPr>
          </a:p>
          <a:p>
            <a:pPr algn="ctr" defTabSz="914400">
              <a:lnSpc>
                <a:spcPct val="100000"/>
              </a:lnSpc>
              <a:tabLst>
                <a:tab algn="l" pos="0"/>
              </a:tabLst>
            </a:pPr>
            <a:endParaRPr b="0" lang="en-US" sz="1800" strike="noStrike" u="none">
              <a:solidFill>
                <a:srgbClr val="000000"/>
              </a:solidFill>
              <a:effectLst/>
              <a:uFillTx/>
              <a:latin typeface="DejaVu Sans"/>
            </a:endParaRPr>
          </a:p>
          <a:p>
            <a:pPr defTabSz="914400">
              <a:lnSpc>
                <a:spcPct val="100000"/>
              </a:lnSpc>
              <a:tabLst>
                <a:tab algn="l" pos="0"/>
              </a:tabLst>
            </a:pPr>
            <a:r>
              <a:rPr b="0" i="1" lang="en-US" sz="1800" strike="noStrike" u="none">
                <a:solidFill>
                  <a:schemeClr val="dk1"/>
                </a:solidFill>
                <a:effectLst/>
                <a:uFillTx/>
                <a:latin typeface="Arial"/>
                <a:ea typeface="Noto Sans CJK JP:palt"/>
                <a:hlinkClick r:id="rId1"/>
              </a:rPr>
              <a:t>Www.noquestion.com</a:t>
            </a:r>
            <a:r>
              <a:rPr b="0" i="1" lang="en-US" sz="1800" strike="noStrike" u="none">
                <a:solidFill>
                  <a:schemeClr val="dk1"/>
                </a:solidFill>
                <a:effectLst/>
                <a:uFillTx/>
                <a:latin typeface="Arial"/>
                <a:ea typeface="Noto Sans CJK JP:palt"/>
              </a:rPr>
              <a:t> | +9779800000000 | noquestion@gmail.com</a:t>
            </a:r>
            <a:endParaRPr b="0" lang="en-US" sz="1800" strike="noStrike" u="none">
              <a:solidFill>
                <a:srgbClr val="000000"/>
              </a:solidFill>
              <a:effectLst/>
              <a:uFillTx/>
              <a:latin typeface="DejaVu Sans"/>
            </a:endParaRPr>
          </a:p>
        </p:txBody>
      </p:sp>
      <p:sp>
        <p:nvSpPr>
          <p:cNvPr id="289" name="TextBox 2"/>
          <p:cNvSpPr/>
          <p:nvPr/>
        </p:nvSpPr>
        <p:spPr>
          <a:xfrm>
            <a:off x="3123000" y="1715760"/>
            <a:ext cx="4649040" cy="798480"/>
          </a:xfrm>
          <a:prstGeom prst="rect">
            <a:avLst/>
          </a:prstGeom>
          <a:noFill/>
          <a:ln w="0">
            <a:noFill/>
          </a:ln>
        </p:spPr>
        <p:style>
          <a:lnRef idx="0"/>
          <a:fillRef idx="0"/>
          <a:effectRef idx="0"/>
          <a:fontRef idx="minor"/>
        </p:style>
        <p:txBody>
          <a:bodyPr wrap="none" lIns="90000" rIns="90000" tIns="45000" bIns="45000" anchor="t">
            <a:noAutofit/>
          </a:bodyPr>
          <a:p>
            <a:pPr defTabSz="914400">
              <a:lnSpc>
                <a:spcPct val="100000"/>
              </a:lnSpc>
              <a:tabLst>
                <a:tab algn="l" pos="0"/>
              </a:tabLst>
            </a:pPr>
            <a:r>
              <a:rPr b="1" i="1" lang="en-US" sz="4800" strike="noStrike" u="none">
                <a:solidFill>
                  <a:srgbClr val="000000"/>
                </a:solidFill>
                <a:effectLst/>
                <a:uFillTx/>
                <a:latin typeface="Arial"/>
                <a:ea typeface="Noto Sans CJK JP:palt"/>
              </a:rPr>
              <a:t>Thank You !</a:t>
            </a:r>
            <a:endParaRPr b="0" lang="en-US" sz="4800" strike="noStrike" u="none">
              <a:solidFill>
                <a:srgbClr val="000000"/>
              </a:solidFill>
              <a:effectLst/>
              <a:uFillTx/>
              <a:latin typeface="DejaVu Sans"/>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Pencil">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Pencil1">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25</TotalTime>
  <Application>LibreOffice/25.2.4.3$Linux_X86_64 LibreOffice_project/520$Build-3</Application>
  <AppVersion>15.0000</AppVersion>
  <Words>1207</Words>
  <Paragraphs>152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2025-12-17T13:58:56Z</dcterms:created>
  <dc:creator/>
  <dc:description>This work is licensed under a Creative Commons 0 License.
It makes use of the works of kka_libo_design@ashisuto.co.jp.</dc:description>
  <dc:language>en-US</dc:language>
  <cp:lastModifiedBy/>
  <dcterms:modified xsi:type="dcterms:W3CDTF">2025-12-17T14:58:40Z</dcterms:modified>
  <cp:revision>3</cp:revision>
  <dc:subject/>
  <dc:title>Pencil</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17</vt:i4>
  </property>
  <property fmtid="{D5CDD505-2E9C-101B-9397-08002B2CF9AE}" pid="3" name="PresentationFormat">
    <vt:lpwstr>Widescreen</vt:lpwstr>
  </property>
  <property fmtid="{D5CDD505-2E9C-101B-9397-08002B2CF9AE}" pid="4" name="Slides">
    <vt:i4>17</vt:i4>
  </property>
</Properties>
</file>