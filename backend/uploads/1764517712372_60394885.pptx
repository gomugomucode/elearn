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8.png" ContentType="image/png"/>
  <Override PartName="/ppt/media/image1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12192000" cy="6858000"/>
  <p:notesSz cx="10234613" cy="70993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3DF9884E-7B76-42E7-BC7A-49EF6F69461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2989440" y="887400"/>
            <a:ext cx="4254120" cy="23936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5320" cy="279288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"/>
          </p:nvPr>
        </p:nvSpPr>
        <p:spPr>
          <a:xfrm>
            <a:off x="5797080" y="6743160"/>
            <a:ext cx="4432320" cy="353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1C6F64-27EE-40E5-9CE3-DE635F49D50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6640" cy="2392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5320" cy="279288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5"/>
          </p:nvPr>
        </p:nvSpPr>
        <p:spPr>
          <a:xfrm>
            <a:off x="5797080" y="6743160"/>
            <a:ext cx="4432320" cy="353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BA6312-39BD-4E63-A1EC-24AD25231B1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7635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8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120" cy="5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922466-F959-4ED9-85F4-BAA5DCBD086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6640" cy="2392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5320" cy="279288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7"/>
          </p:nvPr>
        </p:nvSpPr>
        <p:spPr>
          <a:xfrm>
            <a:off x="5797080" y="6743160"/>
            <a:ext cx="4432320" cy="353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1146CB-B5B3-465C-83D7-2F70A5CA8AD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D20AA50D-FB23-421E-9B69-54A2EDDEECC5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64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64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0B937713-FBD8-4B56-8898-EEE48CB97467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640" cy="23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64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300240" y="3720960"/>
            <a:ext cx="5516640" cy="23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0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2A8568EA-0708-41DE-B755-4A8888FACBD8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7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C49012E1-9D4A-4A0B-AA8D-310501F6B1E7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8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4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D93AC422-2753-4E47-A897-141FF4A4D467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5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1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FAAD4449-D201-43F1-B57B-5D7C2073C730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2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8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E52B246F-43DA-471B-ACA4-99D7ED2460C3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9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5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9E1456C0-C757-48DC-B21A-353BBF9C9E83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6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5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1D891049-D1E2-40C2-A75D-B0242EFF8887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6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6" name="Google Shape;22;p3"/>
          <p:cNvSpPr/>
          <p:nvPr/>
        </p:nvSpPr>
        <p:spPr>
          <a:xfrm>
            <a:off x="153360" y="6537960"/>
            <a:ext cx="453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141DC80A-93DE-4D7C-B337-1EC3ABD6766B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7" name="Google Shape;23;p3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64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64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Google Shape;43;p8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Google Shape;48;p9"/>
          <p:cNvSpPr/>
          <p:nvPr/>
        </p:nvSpPr>
        <p:spPr>
          <a:xfrm>
            <a:off x="762120" y="650772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Google Shape;53;p10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Google Shape;57;p11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6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360" cy="9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Google Shape;14;p1"/>
          <p:cNvSpPr/>
          <p:nvPr/>
        </p:nvSpPr>
        <p:spPr>
          <a:xfrm>
            <a:off x="0" y="6488640"/>
            <a:ext cx="1218960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Google Shape;61;p12"/>
          <p:cNvSpPr/>
          <p:nvPr/>
        </p:nvSpPr>
        <p:spPr>
          <a:xfrm>
            <a:off x="762120" y="6501240"/>
            <a:ext cx="1142748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2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://scielo.sld.cu/scielo.php?script=sci_arttext&amp;pid=S1996-24522020000100099&amp;lng=es&amp;nrm=iso&amp;tlng=es%0AJ.%20Morales,%20H.%20S&#225;nchez,%20and%20M.%20Rico,%20%22Apren" TargetMode="External"/><Relationship Id="rId2" Type="http://schemas.openxmlformats.org/officeDocument/2006/relationships/hyperlink" Target="https://doi.org/10.17013/risti.41.17-33" TargetMode="External"/><Relationship Id="rId3" Type="http://schemas.openxmlformats.org/officeDocument/2006/relationships/hyperlink" Target="https://doi.org/10.32870/ap.v12n1.1842" TargetMode="External"/><Relationship Id="rId4" Type="http://schemas.openxmlformats.org/officeDocument/2006/relationships/slideLayout" Target="../slideLayouts/slideLayout1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46400" y="2220840"/>
            <a:ext cx="11122560" cy="11923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LM Roman 12"/>
              </a:rPr>
              <a:t>Skillup - A E-Learning platform</a:t>
            </a:r>
            <a:br>
              <a:rPr sz="3600"/>
            </a:b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68;p13"/>
          <p:cNvSpPr/>
          <p:nvPr/>
        </p:nvSpPr>
        <p:spPr>
          <a:xfrm>
            <a:off x="957960" y="185400"/>
            <a:ext cx="10910520" cy="13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Department of Computer Application</a:t>
            </a:r>
            <a:br>
              <a:rPr sz="2400"/>
            </a:b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Butwal Kalika Campus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Butwal-10,Rupandehi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9" name="Google Shape;69;p13"/>
          <p:cNvSpPr/>
          <p:nvPr/>
        </p:nvSpPr>
        <p:spPr>
          <a:xfrm>
            <a:off x="446400" y="3973680"/>
            <a:ext cx="11543400" cy="17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Students: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Anupam Baral and Bibek Dangal   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               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Coordinator: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Aashish Neupane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0" name="Google Shape;70;p13"/>
          <p:cNvSpPr/>
          <p:nvPr/>
        </p:nvSpPr>
        <p:spPr>
          <a:xfrm>
            <a:off x="4430520" y="5934600"/>
            <a:ext cx="3154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Date : 2082/07/18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1" name="Google Shape;71;p13"/>
          <p:cNvSpPr/>
          <p:nvPr/>
        </p:nvSpPr>
        <p:spPr>
          <a:xfrm>
            <a:off x="446400" y="1809000"/>
            <a:ext cx="54964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Mid term presentation and defense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92520" y="281520"/>
            <a:ext cx="10614240" cy="4658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Outline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89400" y="955440"/>
            <a:ext cx="10460520" cy="561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Statement of Problem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Objectives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Literature review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Completed Task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Remaining Task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Related Projects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Your Contribution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Proposal Approach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Methodology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Expected Outcome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References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00240" y="914400"/>
            <a:ext cx="11306520" cy="548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E-Learning is education delivered via the Internet, networks, or standalone systems, using electronic media to facilitate skill and knowledge transfer.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It supports interaction between students and lecturers and distributes course materials online, leveraging technology for learning.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Rising demand for cost-effective education, government support for online learning, and widespread smartphone and Internet access fuel E-Learning growth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E-Learning is critical in the Information and Knowledge Age, enabling efficient acquisition, storage, and application of knowledge for organizational success.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E-Learning bridges learning and work by using the same tools and technologies, making it easier to incorporate education into professional environments.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SkillUp is an E-Learning platform offering flexible, device-based training in fields like Machine Learning and Programming, with real-time interaction for individual and group classes.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Statement of the Problem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03040" y="114300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Inefficient Assignment Submission: Students submit assignments via hard copies or personal emails, lacking a streamlined process.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Lack of Centralized Materials for Lecturers: New lecturers must independently source course materials, leading to inconsistency and inefficiency.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Mandatory Physical Presence:  Students must attend classes in person 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Absence of Collaborative Platforms: Students lack effective platforms for sharing resources and engaging in monitored group discussions.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Objective(s)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12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objective of this project is explained below: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Platform Development: Design and implement SkillUp, a web-based E-Learning platform to address limitations of traditional learning by providing a unified, interactive environment.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Resource Repository: Create a centralized repository for all course materials to ensure easy access for students and lecturers.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User-Friendly Interface: Design an intuitive and user-friendly interface to enhance the user experience for both students and lecturers.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Communication: Enhance interaction and communication between students and lecturers through integrated tools.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Course Access and Management: Enable students to enroll in courses and access study materials, while allowing lecturers to create and manage courses efficiently.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Preliminary literature review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3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Enhanced Engagement and Usability E-Learning platforms like Moodle and iSpring create dynamic, accessible learning environments, with 78% of students reporting high usability, supporting SkillUp’s goal of a unified, user-friendly platform.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Resources and Cost-Effectiveness: These platforms provide centralized resource repositories, enabling cost-effective education delivery, aligning with SkillUp’s objective of seamless content access, though continuous updates are needed to stay technologically relevant.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Interaction and Communication: Virtual platforms enhance teacher-student interaction, with 40.1% of students finding it easy to contact instructors and 42.3% rating virtual teaching positively, supporting SkillUp’s real-time discussion and feedback features.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Support for Digital Competency and Motivation: E-Learning fosters digital skills through blended learning and gamification, enhancing motivation and addressing practical disciplines, which SkillUp incorporates via its intuitive interface and interactive course creation.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25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259280"/>
            <a:ext cx="10567440" cy="470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8"/>
          <p:cNvSpPr/>
          <p:nvPr/>
        </p:nvSpPr>
        <p:spPr>
          <a:xfrm>
            <a:off x="1008720" y="22860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Landing Page of E-Learning Paltfrom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21" descr=""/>
          <p:cNvPicPr/>
          <p:nvPr/>
        </p:nvPicPr>
        <p:blipFill>
          <a:blip r:embed="rId1"/>
          <a:stretch/>
        </p:blipFill>
        <p:spPr>
          <a:xfrm>
            <a:off x="442440" y="1122120"/>
            <a:ext cx="11306520" cy="529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709280" y="-2286000"/>
            <a:ext cx="10177560" cy="5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   completed task -  Login Page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4" descr="A screenshot of a computer"/>
          <p:cNvPicPr/>
          <p:nvPr/>
        </p:nvPicPr>
        <p:blipFill>
          <a:blip r:embed="rId2"/>
          <a:stretch/>
        </p:blipFill>
        <p:spPr>
          <a:xfrm>
            <a:off x="527400" y="1122120"/>
            <a:ext cx="10897200" cy="536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7"/>
          <p:cNvSpPr/>
          <p:nvPr/>
        </p:nvSpPr>
        <p:spPr>
          <a:xfrm>
            <a:off x="1008720" y="22860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Login page of E-Learning Platfrom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23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419760" y="1364040"/>
            <a:ext cx="10886760" cy="45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6"/>
          <p:cNvSpPr/>
          <p:nvPr/>
        </p:nvSpPr>
        <p:spPr>
          <a:xfrm>
            <a:off x="1008360" y="22860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Admin Portal (Frontend and Backend)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25" descr=""/>
          <p:cNvPicPr/>
          <p:nvPr/>
        </p:nvPicPr>
        <p:blipFill>
          <a:blip r:embed="rId1"/>
          <a:stretch/>
        </p:blipFill>
        <p:spPr>
          <a:xfrm>
            <a:off x="300240" y="1240920"/>
            <a:ext cx="11306520" cy="503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483920"/>
            <a:ext cx="10522440" cy="452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5"/>
          <p:cNvSpPr/>
          <p:nvPr/>
        </p:nvSpPr>
        <p:spPr>
          <a:xfrm>
            <a:off x="1008000" y="22860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Teacher Portal (frontend)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" descr=""/>
          <p:cNvPicPr/>
          <p:nvPr/>
        </p:nvPicPr>
        <p:blipFill>
          <a:blip r:embed="rId1"/>
          <a:stretch/>
        </p:blipFill>
        <p:spPr>
          <a:xfrm>
            <a:off x="300240" y="1240920"/>
            <a:ext cx="11306520" cy="503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9"/>
          <p:cNvSpPr/>
          <p:nvPr/>
        </p:nvSpPr>
        <p:spPr>
          <a:xfrm>
            <a:off x="1008000" y="22860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Student Portal (frontend)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88400" y="228240"/>
            <a:ext cx="1061424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Remaining task 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815400" y="1371240"/>
            <a:ext cx="10614240" cy="31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- Backend Design of Student and teacher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      - Responsive Design of Website                           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9" name="PlaceHolder 4"/>
          <p:cNvSpPr/>
          <p:nvPr/>
        </p:nvSpPr>
        <p:spPr>
          <a:xfrm>
            <a:off x="99288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Remaining Tasks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Related Projects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 below are some related projects with my projects .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Moodle: An open-source learning management system offering course creation, resource sharing, and student-teacher interaction, widely used in educational institutions.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iSpring: A platform providing e-learning authoring tools and interactive courses, known for its user-friendly interface and integration with PowerPoint.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Canvas LMS: A cloud-based learning platform that supports online learning, assessments, and collaboration, adopted by many universities for its scalability.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Your Contribution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300240" y="1143000"/>
            <a:ext cx="11306520" cy="50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Localized Academic Focus: Unlike general platforms, SkillUp is designed specifically for Nepali academic institutions (e.g., TU campuses), integrating local curriculum like BCA courses with centralized repositories for region-specific resources, reducing dependency on global tools.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Centralized database for syllabus/resources.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Role-based access: Students submit online, lecturers manage easily.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Reduces physical dependencies; promotes anytime access.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Proposed Approach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6" name="Picture 132" descr=""/>
          <p:cNvPicPr/>
          <p:nvPr/>
        </p:nvPicPr>
        <p:blipFill>
          <a:blip r:embed="rId1"/>
          <a:stretch/>
        </p:blipFill>
        <p:spPr>
          <a:xfrm>
            <a:off x="0" y="1600200"/>
            <a:ext cx="12189960" cy="46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Rectangle 133"/>
          <p:cNvSpPr/>
          <p:nvPr/>
        </p:nvSpPr>
        <p:spPr>
          <a:xfrm>
            <a:off x="685800" y="914400"/>
            <a:ext cx="594180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System block diagram of this project is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Proposed Approach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5516640" cy="23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Describe your model, project with diagrams and all. You can use multiple slides under this topic.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300240" y="2743200"/>
            <a:ext cx="5516640" cy="23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slide shows how users interact with SkillUp through a system flowchart.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1" name="Picture 137" descr=""/>
          <p:cNvPicPr/>
          <p:nvPr/>
        </p:nvPicPr>
        <p:blipFill>
          <a:blip r:embed="rId1"/>
          <a:stretch/>
        </p:blipFill>
        <p:spPr>
          <a:xfrm>
            <a:off x="6950160" y="914400"/>
            <a:ext cx="4656600" cy="52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Methodology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96560" y="909000"/>
            <a:ext cx="5973840" cy="54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We use the Waterfall Approach to develop SkillUp in a structured way.It follows sequential phases to ensure clear progress and quality.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Requirements and Planning : This phase of waterfall project management identifies what the project should do.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Design:The design phase solidifies and documents all your decisions.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Implementation:This phase executes your project plan and design to produce the desiredproduct.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Testing : The testing phase uses various quality metrics and customer satisfaction to measure the project’s success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Maintenance :It is also a phase to identify any errors you might have missed during the testing phase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140" descr=""/>
          <p:cNvPicPr/>
          <p:nvPr/>
        </p:nvPicPr>
        <p:blipFill>
          <a:blip r:embed="rId1"/>
          <a:stretch/>
        </p:blipFill>
        <p:spPr>
          <a:xfrm>
            <a:off x="6172200" y="1600200"/>
            <a:ext cx="5516640" cy="425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Expected Outcome</a:t>
            </a:r>
            <a:br>
              <a:rPr sz="3200"/>
            </a:b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SkillUp will bridge traditional and digital education, enhancing learning efficiency. Expected outcomes include: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Learning Resource:Unified storage for materials, assignments, and quizzes.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Communication:Real-time interaction via forums and feedback.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Efficient Course Management:Easy course creation and student progress tracking.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Time and Cost Efficiency : Anytime, anywhere learning; reduced physical resource needs.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Enhanced Monitoring : Admin oversight of user activity and performance.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References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300240" y="1127160"/>
            <a:ext cx="11306520" cy="50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[1] A. Mayorga, K. Hernández, C. Aveiga, and S. Pacheco, "Construcción del conocimiento social mediante e-learning: límites y posibilidades en la enseñanza de Cultura Física," Podium: Revista de Ciencia y Tecnología en la Cultura Física, vol. 15, no. 1, pp. 99–110, 2020. 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  <a:hlinkClick r:id="rId1"/>
              </a:rPr>
              <a:t>[link]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[2]J. Morales, H. Sánchez, and M. Rico, "Aprendizaje divertido de programación con Gamificación," Revista Ibérica de Sistemas e Tecnologias de Informação, vol. 41, no. 3, pp. 17–33, 2021.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  <a:hlinkClick r:id="rId2"/>
              </a:rPr>
              <a:t>[link]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[3] D. Pástor, G. Arcos, and A. Lagunes, "Desarrollo de capacidades de investigación para estudiantes universitarios mediante el uso de estrategias instruccionales en entornos virtuales de aprendizaje," Apertura, vol. 12, no. 1, pp. 6–21, 2020. [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  <a:hlinkClick r:id="rId3"/>
              </a:rPr>
              <a:t>Link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]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528840" y="1091160"/>
            <a:ext cx="7699320" cy="50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Requirement and Feasibility Study: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System Design: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Database Design: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Frontend Development: 15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Backend Development: 10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Integration of Modules: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Testing &amp; Debugging: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Documentation &amp; Report Writing: 10 days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Final Submission &amp; Presentation: 10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240" cy="5338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82" name="Picture 148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11428200" cy="502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39;p24"/>
          <p:cNvSpPr/>
          <p:nvPr/>
        </p:nvSpPr>
        <p:spPr>
          <a:xfrm>
            <a:off x="1716840" y="2546280"/>
            <a:ext cx="9164880" cy="121680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1" lang="en-US" sz="6600" strike="noStrike" u="non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Thank YOU!!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014480" y="224640"/>
            <a:ext cx="10614240" cy="54576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Queries/Comments/Feedback?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Application>LibreOffice/25.2.4.3$Linux_X86_64 LibreOffice_project/520$Build-3</Application>
  <AppVersion>15.0000</AppVersion>
  <Words>1223</Words>
  <Paragraphs>132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AASHISH</dc:creator>
  <dc:description/>
  <dc:language>en-US</dc:language>
  <cp:lastModifiedBy/>
  <dcterms:modified xsi:type="dcterms:W3CDTF">2025-11-04T06:54:00Z</dcterms:modified>
  <cp:revision>22</cp:revision>
  <dc:subject/>
  <dc:title>DETECTION OF BRAIN TUMOUR IN MRI IMAGE USING COMBINATION OF K-MEANS AND LSTM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